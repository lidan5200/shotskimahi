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comments/comment1.xml" ContentType="application/vnd.openxmlformats-officedocument.presentationml.comment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9" r:id="rId3"/>
    <p:sldMasterId id="2147483663" r:id="rId4"/>
  </p:sldMasterIdLst>
  <p:notesMasterIdLst>
    <p:notesMasterId r:id="rId6"/>
  </p:notesMasterIdLst>
  <p:handoutMasterIdLst>
    <p:handoutMasterId r:id="rId15"/>
  </p:handoutMasterIdLst>
  <p:sldIdLst>
    <p:sldId id="266" r:id="rId5"/>
    <p:sldId id="284" r:id="rId7"/>
    <p:sldId id="277" r:id="rId8"/>
    <p:sldId id="278" r:id="rId9"/>
    <p:sldId id="283" r:id="rId10"/>
    <p:sldId id="271" r:id="rId11"/>
    <p:sldId id="274" r:id="rId12"/>
    <p:sldId id="269" r:id="rId13"/>
    <p:sldId id="268" r:id="rId14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3" userDrawn="1">
          <p15:clr>
            <a:srgbClr val="A4A3A4"/>
          </p15:clr>
        </p15:guide>
        <p15:guide id="2" pos="3704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1016455747" initials="authorId_1557738322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D9A1B"/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278" autoAdjust="0"/>
    <p:restoredTop sz="94660"/>
  </p:normalViewPr>
  <p:slideViewPr>
    <p:cSldViewPr snapToGrid="0" showGuides="1">
      <p:cViewPr varScale="1">
        <p:scale>
          <a:sx n="75" d="100"/>
          <a:sy n="75" d="100"/>
        </p:scale>
        <p:origin x="90" y="96"/>
      </p:cViewPr>
      <p:guideLst>
        <p:guide orient="horz" pos="2163"/>
        <p:guide pos="3704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4.xml"/><Relationship Id="rId8" Type="http://schemas.openxmlformats.org/officeDocument/2006/relationships/slide" Target="slides/slide3.xml"/><Relationship Id="rId7" Type="http://schemas.openxmlformats.org/officeDocument/2006/relationships/slide" Target="slides/slide2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3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9" Type="http://schemas.openxmlformats.org/officeDocument/2006/relationships/commentAuthors" Target="commentAuthors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handoutMaster" Target="handoutMasters/handoutMaster1.xml"/><Relationship Id="rId14" Type="http://schemas.openxmlformats.org/officeDocument/2006/relationships/slide" Target="slides/slide9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" Type="http://schemas.openxmlformats.org/officeDocument/2006/relationships/slideMaster" Target="slideMasters/slideMaster1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4-01T15:22:07.295" idx="1">
    <p:pos x="10" y="10"/>
    <p:text>111</p:text>
  </p:cm>
</p:cmLst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r>
              <a:rPr lang="zh-CN" altLang="en-US"/>
              <a:t>Home_07A_Hinge-plate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zh-CN" altLang="en-US"/>
              <a:t>Home_07A_Hinge-plate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pPr algn="ctr"/>
            <a:r>
              <a:rPr lang="en-US" altLang="zh-CN"/>
              <a:t>1</a:t>
            </a:r>
            <a:r>
              <a:rPr lang="zh-CN" altLang="en-US"/>
              <a:t>、</a:t>
            </a:r>
            <a:r>
              <a:rPr lang="en-US" altLang="zh-CN"/>
              <a:t>TCP1</a:t>
            </a:r>
            <a:r>
              <a:rPr lang="zh-CN" altLang="en-US"/>
              <a:t>扫码枪</a:t>
            </a:r>
            <a:r>
              <a:rPr lang="en-US" altLang="zh-CN"/>
              <a:t>1</a:t>
            </a:r>
            <a:r>
              <a:rPr lang="zh-CN" altLang="en-US"/>
              <a:t>扫入产品码</a:t>
            </a:r>
            <a:r>
              <a:rPr lang="en-US" altLang="zh-CN"/>
              <a:t>SFC</a:t>
            </a:r>
            <a:r>
              <a:rPr lang="zh-CN" altLang="en-US"/>
              <a:t>➔</a:t>
            </a:r>
            <a:r>
              <a:rPr lang="en-US" altLang="zh-CN"/>
              <a:t>2</a:t>
            </a:r>
            <a:r>
              <a:rPr lang="zh-CN" altLang="en-US"/>
              <a:t>、调用</a:t>
            </a:r>
            <a:r>
              <a:rPr lang="en-US" altLang="zh-CN"/>
              <a:t>start</a:t>
            </a:r>
            <a:r>
              <a:rPr lang="zh-CN" altLang="en-US"/>
              <a:t>接口根据返回结果</a:t>
            </a:r>
            <a:r>
              <a:rPr lang="en-US" altLang="zh-CN"/>
              <a:t>PASS(PLC1</a:t>
            </a:r>
            <a:r>
              <a:rPr lang="zh-CN" altLang="en-US"/>
              <a:t>寄存器地址</a:t>
            </a:r>
            <a:r>
              <a:rPr lang="en-US" altLang="zh-CN"/>
              <a:t>D3010</a:t>
            </a:r>
            <a:r>
              <a:rPr lang="zh-CN" altLang="en-US"/>
              <a:t>写入值</a:t>
            </a:r>
            <a:r>
              <a:rPr lang="en-US" altLang="zh-CN"/>
              <a:t>1)/FAIL(D3010=2 </a:t>
            </a:r>
            <a:r>
              <a:rPr lang="zh-CN" altLang="en-US"/>
              <a:t>业务流程终止</a:t>
            </a:r>
            <a:r>
              <a:rPr lang="en-US" altLang="zh-CN"/>
              <a:t> </a:t>
            </a:r>
            <a:r>
              <a:rPr lang="zh-CN" altLang="en-US"/>
              <a:t>表示不可组装</a:t>
            </a:r>
            <a:r>
              <a:rPr lang="en-US" altLang="zh-CN"/>
              <a:t>)</a:t>
            </a:r>
            <a:r>
              <a:rPr lang="zh-CN" altLang="en-US">
                <a:sym typeface="+mn-ea"/>
              </a:rPr>
              <a:t>➔</a:t>
            </a:r>
            <a:r>
              <a:rPr lang="en-US" altLang="zh-CN"/>
              <a:t>3</a:t>
            </a:r>
            <a:r>
              <a:rPr lang="zh-CN" altLang="en-US"/>
              <a:t>、监控</a:t>
            </a:r>
            <a:r>
              <a:rPr lang="en-US" altLang="zh-CN"/>
              <a:t>PLC1D3003=1 TCP2</a:t>
            </a:r>
            <a:r>
              <a:rPr lang="zh-CN" altLang="en-US"/>
              <a:t>发送命令</a:t>
            </a:r>
            <a:r>
              <a:rPr lang="en-US" altLang="zh-CN"/>
              <a:t>T </a:t>
            </a:r>
            <a:r>
              <a:rPr lang="zh-CN" altLang="en-US"/>
              <a:t>给</a:t>
            </a:r>
            <a:r>
              <a:rPr lang="en-US" altLang="zh-CN"/>
              <a:t>TCP</a:t>
            </a:r>
            <a:r>
              <a:rPr lang="zh-CN" altLang="en-US">
                <a:sym typeface="+mn-ea"/>
              </a:rPr>
              <a:t>扫码枪</a:t>
            </a:r>
            <a:r>
              <a:rPr lang="en-US" altLang="zh-CN">
                <a:sym typeface="+mn-ea"/>
              </a:rPr>
              <a:t>2</a:t>
            </a:r>
            <a:r>
              <a:rPr lang="zh-CN" altLang="en-US">
                <a:sym typeface="+mn-ea"/>
              </a:rPr>
              <a:t>表示开始扫码➔</a:t>
            </a:r>
            <a:r>
              <a:rPr lang="en-US" altLang="zh-CN">
                <a:sym typeface="+mn-ea"/>
              </a:rPr>
              <a:t>4</a:t>
            </a:r>
            <a:r>
              <a:rPr lang="zh-CN" altLang="en-US">
                <a:sym typeface="+mn-ea"/>
              </a:rPr>
              <a:t>、调用</a:t>
            </a:r>
            <a:r>
              <a:rPr>
                <a:latin typeface="+mj-ea"/>
                <a:ea typeface="+mj-ea"/>
                <a:sym typeface="+mn-ea"/>
              </a:rPr>
              <a:t>GetSfcKey</a:t>
            </a:r>
            <a:endParaRPr>
              <a:latin typeface="+mj-ea"/>
              <a:ea typeface="+mj-ea"/>
            </a:endParaRPr>
          </a:p>
          <a:p>
            <a:pPr algn="ctr"/>
            <a:r>
              <a:rPr lang="zh-CN">
                <a:latin typeface="+mj-ea"/>
                <a:ea typeface="+mj-ea"/>
                <a:sym typeface="+mn-ea"/>
              </a:rPr>
              <a:t>校验小件码是否唯一</a:t>
            </a:r>
            <a:r>
              <a:rPr lang="en-US" altLang="zh-CN">
                <a:latin typeface="+mj-ea"/>
                <a:ea typeface="+mj-ea"/>
                <a:sym typeface="+mn-ea"/>
              </a:rPr>
              <a:t> </a:t>
            </a:r>
            <a:r>
              <a:rPr lang="zh-CN" altLang="en-US">
                <a:latin typeface="+mj-ea"/>
                <a:ea typeface="+mj-ea"/>
                <a:sym typeface="+mn-ea"/>
              </a:rPr>
              <a:t>返回结果</a:t>
            </a:r>
            <a:r>
              <a:rPr lang="en-US" altLang="zh-CN">
                <a:latin typeface="+mj-ea"/>
                <a:ea typeface="+mj-ea"/>
                <a:sym typeface="+mn-ea"/>
              </a:rPr>
              <a:t>FAIL(D3000</a:t>
            </a:r>
            <a:r>
              <a:rPr lang="zh-CN" altLang="en-US">
                <a:latin typeface="+mj-ea"/>
                <a:ea typeface="+mj-ea"/>
                <a:sym typeface="+mn-ea"/>
              </a:rPr>
              <a:t>写</a:t>
            </a:r>
            <a:r>
              <a:rPr lang="en-US" altLang="zh-CN">
                <a:latin typeface="+mj-ea"/>
                <a:ea typeface="+mj-ea"/>
                <a:sym typeface="+mn-ea"/>
              </a:rPr>
              <a:t>1)</a:t>
            </a:r>
            <a:r>
              <a:rPr lang="zh-CN" altLang="en-US">
                <a:latin typeface="+mj-ea"/>
                <a:ea typeface="+mj-ea"/>
                <a:sym typeface="+mn-ea"/>
              </a:rPr>
              <a:t>或</a:t>
            </a:r>
            <a:r>
              <a:rPr lang="en-US" altLang="zh-CN">
                <a:latin typeface="+mj-ea"/>
                <a:ea typeface="+mj-ea"/>
                <a:sym typeface="+mn-ea"/>
              </a:rPr>
              <a:t>PASS(D3000</a:t>
            </a:r>
            <a:r>
              <a:rPr lang="zh-CN" altLang="en-US">
                <a:latin typeface="+mj-ea"/>
                <a:ea typeface="+mj-ea"/>
                <a:sym typeface="+mn-ea"/>
              </a:rPr>
              <a:t>写</a:t>
            </a:r>
            <a:r>
              <a:rPr lang="en-US" altLang="zh-CN">
                <a:latin typeface="+mj-ea"/>
                <a:ea typeface="+mj-ea"/>
                <a:sym typeface="+mn-ea"/>
              </a:rPr>
              <a:t>2</a:t>
            </a:r>
            <a:r>
              <a:rPr lang="zh-CN" altLang="en-US">
                <a:latin typeface="+mj-ea"/>
                <a:ea typeface="+mj-ea"/>
                <a:sym typeface="+mn-ea"/>
              </a:rPr>
              <a:t>不可组装流程终止</a:t>
            </a:r>
            <a:r>
              <a:rPr lang="en-US" altLang="zh-CN">
                <a:latin typeface="+mj-ea"/>
                <a:ea typeface="+mj-ea"/>
                <a:sym typeface="+mn-ea"/>
              </a:rPr>
              <a:t>)</a:t>
            </a:r>
            <a:r>
              <a:rPr lang="zh-CN" altLang="en-US">
                <a:sym typeface="+mn-ea"/>
              </a:rPr>
              <a:t>➔</a:t>
            </a:r>
            <a:r>
              <a:rPr lang="en-US" altLang="zh-CN">
                <a:latin typeface="+mj-ea"/>
                <a:ea typeface="+mj-ea"/>
                <a:sym typeface="+mn-ea"/>
              </a:rPr>
              <a:t>5</a:t>
            </a:r>
            <a:r>
              <a:rPr lang="zh-CN" altLang="en-US">
                <a:latin typeface="+mj-ea"/>
                <a:ea typeface="+mj-ea"/>
                <a:sym typeface="+mn-ea"/>
              </a:rPr>
              <a:t>、实时监控寄存器</a:t>
            </a:r>
            <a:r>
              <a:rPr lang="en-US" altLang="zh-CN">
                <a:latin typeface="+mj-ea"/>
                <a:ea typeface="+mj-ea"/>
                <a:sym typeface="+mn-ea"/>
              </a:rPr>
              <a:t>D3005=1</a:t>
            </a:r>
            <a:r>
              <a:rPr lang="zh-CN" altLang="en-US">
                <a:latin typeface="+mj-ea"/>
                <a:ea typeface="+mj-ea"/>
                <a:sym typeface="+mn-ea"/>
              </a:rPr>
              <a:t>开始压合读取后重置</a:t>
            </a:r>
            <a:r>
              <a:rPr lang="en-US" altLang="zh-CN">
                <a:latin typeface="+mj-ea"/>
                <a:ea typeface="+mj-ea"/>
                <a:sym typeface="+mn-ea"/>
              </a:rPr>
              <a:t>D3005=0</a:t>
            </a:r>
            <a:r>
              <a:rPr lang="zh-CN" altLang="en-US">
                <a:latin typeface="+mj-ea"/>
                <a:ea typeface="+mj-ea"/>
                <a:sym typeface="+mn-ea"/>
              </a:rPr>
              <a:t>。</a:t>
            </a:r>
            <a:r>
              <a:rPr lang="zh-CN" altLang="en-US">
                <a:sym typeface="+mn-ea"/>
              </a:rPr>
              <a:t>➔</a:t>
            </a:r>
            <a:r>
              <a:rPr lang="en-US" altLang="zh-CN">
                <a:latin typeface="+mj-ea"/>
                <a:ea typeface="+mj-ea"/>
                <a:sym typeface="+mn-ea"/>
              </a:rPr>
              <a:t>6</a:t>
            </a:r>
            <a:r>
              <a:rPr lang="zh-CN" altLang="en-US">
                <a:latin typeface="+mj-ea"/>
                <a:ea typeface="+mj-ea"/>
                <a:sym typeface="+mn-ea"/>
              </a:rPr>
              <a:t>、监控</a:t>
            </a:r>
            <a:r>
              <a:rPr lang="en-US" altLang="zh-CN">
                <a:latin typeface="+mj-ea"/>
                <a:ea typeface="+mj-ea"/>
                <a:sym typeface="+mn-ea"/>
              </a:rPr>
              <a:t>D3007=1</a:t>
            </a:r>
            <a:r>
              <a:rPr lang="zh-CN" altLang="en-US">
                <a:latin typeface="+mj-ea"/>
                <a:ea typeface="+mj-ea"/>
                <a:sym typeface="+mn-ea"/>
              </a:rPr>
              <a:t>表示完成压合，使用后重置值为</a:t>
            </a:r>
            <a:r>
              <a:rPr lang="en-US" altLang="zh-CN">
                <a:latin typeface="+mj-ea"/>
                <a:ea typeface="+mj-ea"/>
                <a:sym typeface="+mn-ea"/>
              </a:rPr>
              <a:t>0</a:t>
            </a:r>
            <a:r>
              <a:rPr lang="zh-CN" altLang="en-US">
                <a:latin typeface="+mj-ea"/>
                <a:ea typeface="+mj-ea"/>
                <a:sym typeface="+mn-ea"/>
              </a:rPr>
              <a:t>。</a:t>
            </a:r>
            <a:r>
              <a:rPr lang="zh-CN" altLang="en-US">
                <a:sym typeface="+mn-ea"/>
              </a:rPr>
              <a:t>➔</a:t>
            </a:r>
            <a:r>
              <a:rPr lang="en-US" altLang="zh-CN">
                <a:latin typeface="+mj-ea"/>
                <a:ea typeface="+mj-ea"/>
                <a:sym typeface="+mn-ea"/>
              </a:rPr>
              <a:t>7</a:t>
            </a:r>
            <a:r>
              <a:rPr lang="zh-CN" altLang="en-US">
                <a:latin typeface="+mj-ea"/>
                <a:ea typeface="+mj-ea"/>
                <a:sym typeface="+mn-ea"/>
              </a:rPr>
              <a:t>、读取</a:t>
            </a:r>
            <a:r>
              <a:rPr lang="en-US" altLang="zh-CN">
                <a:latin typeface="+mj-ea"/>
                <a:ea typeface="+mj-ea"/>
                <a:sym typeface="+mn-ea"/>
              </a:rPr>
              <a:t>D3105</a:t>
            </a:r>
            <a:r>
              <a:rPr lang="zh-CN" altLang="en-US">
                <a:latin typeface="+mj-ea"/>
                <a:ea typeface="+mj-ea"/>
                <a:sym typeface="+mn-ea"/>
              </a:rPr>
              <a:t>值、</a:t>
            </a:r>
            <a:r>
              <a:rPr lang="en-US" altLang="zh-CN">
                <a:latin typeface="+mj-ea"/>
                <a:ea typeface="+mj-ea"/>
                <a:sym typeface="+mn-ea"/>
              </a:rPr>
              <a:t>D3107</a:t>
            </a:r>
            <a:r>
              <a:rPr lang="zh-CN" altLang="en-US">
                <a:latin typeface="+mj-ea"/>
                <a:ea typeface="+mj-ea"/>
                <a:sym typeface="+mn-ea"/>
              </a:rPr>
              <a:t>值作为</a:t>
            </a:r>
            <a:r>
              <a:rPr lang="en-US" altLang="zh-CN">
                <a:latin typeface="+mj-ea"/>
                <a:ea typeface="+mj-ea"/>
                <a:sym typeface="+mn-ea"/>
              </a:rPr>
              <a:t> </a:t>
            </a:r>
            <a:r>
              <a:rPr lang="en-US" altLang="zh-CN">
                <a:latin typeface="+mj-ea"/>
                <a:ea typeface="+mj-ea"/>
                <a:sym typeface="+mn-ea"/>
              </a:rPr>
              <a:t>TestDataCollect2MainChild </a:t>
            </a:r>
            <a:r>
              <a:rPr lang="zh-CN" altLang="en-US">
                <a:latin typeface="+mj-ea"/>
                <a:ea typeface="+mj-ea"/>
                <a:sym typeface="+mn-ea"/>
              </a:rPr>
              <a:t>参数值。</a:t>
            </a:r>
            <a:r>
              <a:rPr lang="zh-CN" altLang="en-US">
                <a:sym typeface="+mn-ea"/>
              </a:rPr>
              <a:t>➔</a:t>
            </a:r>
            <a:r>
              <a:rPr lang="en-US" altLang="zh-CN">
                <a:latin typeface="+mj-ea"/>
                <a:ea typeface="+mj-ea"/>
                <a:sym typeface="+mn-ea"/>
              </a:rPr>
              <a:t>8</a:t>
            </a:r>
            <a:r>
              <a:rPr lang="zh-CN" altLang="en-US">
                <a:latin typeface="+mj-ea"/>
                <a:ea typeface="+mj-ea"/>
                <a:sym typeface="+mn-ea"/>
              </a:rPr>
              <a:t>、调用</a:t>
            </a:r>
            <a:r>
              <a:rPr lang="en-US" altLang="zh-CN">
                <a:latin typeface="+mj-ea"/>
                <a:ea typeface="+mj-ea"/>
                <a:sym typeface="+mn-ea"/>
              </a:rPr>
              <a:t>addsfckey</a:t>
            </a:r>
            <a:r>
              <a:rPr lang="zh-CN" altLang="en-US">
                <a:sym typeface="+mn-ea"/>
              </a:rPr>
              <a:t>➔</a:t>
            </a:r>
            <a:r>
              <a:rPr lang="en-US" altLang="zh-CN">
                <a:latin typeface="+mj-ea"/>
                <a:ea typeface="+mj-ea"/>
                <a:sym typeface="+mn-ea"/>
              </a:rPr>
              <a:t>TestDataCollect2MainChild</a:t>
            </a:r>
            <a:r>
              <a:rPr lang="zh-CN" altLang="en-US">
                <a:sym typeface="+mn-ea"/>
              </a:rPr>
              <a:t>➔</a:t>
            </a:r>
            <a:r>
              <a:rPr lang="en-US" altLang="zh-CN">
                <a:latin typeface="+mj-ea"/>
                <a:ea typeface="+mj-ea"/>
                <a:sym typeface="+mn-ea"/>
              </a:rPr>
              <a:t>complete</a:t>
            </a:r>
            <a:r>
              <a:rPr lang="zh-CN" altLang="en-US">
                <a:latin typeface="+mj-ea"/>
                <a:ea typeface="+mj-ea"/>
                <a:sym typeface="+mn-ea"/>
              </a:rPr>
              <a:t>流程结束</a:t>
            </a:r>
            <a:r>
              <a:rPr lang="en-US" altLang="zh-CN">
                <a:latin typeface="+mj-ea"/>
                <a:ea typeface="+mj-ea"/>
                <a:sym typeface="+mn-ea"/>
              </a:rPr>
              <a:t>(</a:t>
            </a:r>
            <a:r>
              <a:rPr lang="zh-CN" altLang="en-US">
                <a:latin typeface="+mj-ea"/>
                <a:ea typeface="+mj-ea"/>
                <a:sym typeface="+mn-ea"/>
              </a:rPr>
              <a:t>闭环</a:t>
            </a:r>
            <a:r>
              <a:rPr lang="en-US" altLang="zh-CN">
                <a:latin typeface="+mj-ea"/>
                <a:ea typeface="+mj-ea"/>
                <a:sym typeface="+mn-ea"/>
              </a:rPr>
              <a:t>)</a:t>
            </a:r>
            <a:r>
              <a:rPr lang="zh-CN" altLang="en-US">
                <a:latin typeface="+mj-ea"/>
                <a:ea typeface="+mj-ea"/>
                <a:sym typeface="+mn-ea"/>
              </a:rPr>
              <a:t>。</a:t>
            </a:r>
            <a:endParaRPr lang="zh-CN">
              <a:latin typeface="+mj-ea"/>
              <a:ea typeface="+mj-ea"/>
            </a:endParaRPr>
          </a:p>
          <a:p>
            <a:endParaRPr lang="zh-CN" altLang="en-US">
              <a:sym typeface="+mn-ea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单击此处添加标题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单击此处添加副标题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3751117"/>
            <a:ext cx="7321550" cy="811357"/>
          </a:xfrm>
        </p:spPr>
        <p:txBody>
          <a:bodyPr anchor="b">
            <a:normAutofit/>
          </a:bodyPr>
          <a:lstStyle>
            <a:lvl1pPr>
              <a:defRPr sz="4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7321550" cy="647555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2400" b="1" i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800" b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 userDrawn="1"/>
        </p:nvSpPr>
        <p:spPr>
          <a:xfrm>
            <a:off x="0" y="185056"/>
            <a:ext cx="217714" cy="544287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微软雅黑" panose="020B0503020204020204" charset="-122"/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xfrm>
            <a:off x="335360" y="247505"/>
            <a:ext cx="9001000" cy="419388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5" Type="http://schemas.openxmlformats.org/officeDocument/2006/relationships/theme" Target="../theme/theme2.xml"/><Relationship Id="rId4" Type="http://schemas.openxmlformats.org/officeDocument/2006/relationships/image" Target="../media/image1.png"/><Relationship Id="rId3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2.xml"/><Relationship Id="rId8" Type="http://schemas.openxmlformats.org/officeDocument/2006/relationships/slideLayout" Target="../slideLayouts/slideLayout21.xml"/><Relationship Id="rId7" Type="http://schemas.openxmlformats.org/officeDocument/2006/relationships/slideLayout" Target="../slideLayouts/slideLayout20.xml"/><Relationship Id="rId6" Type="http://schemas.openxmlformats.org/officeDocument/2006/relationships/slideLayout" Target="../slideLayouts/slideLayout19.xml"/><Relationship Id="rId5" Type="http://schemas.openxmlformats.org/officeDocument/2006/relationships/slideLayout" Target="../slideLayouts/slideLayout18.xml"/><Relationship Id="rId4" Type="http://schemas.openxmlformats.org/officeDocument/2006/relationships/slideLayout" Target="../slideLayouts/slideLayout17.xml"/><Relationship Id="rId3" Type="http://schemas.openxmlformats.org/officeDocument/2006/relationships/slideLayout" Target="../slideLayouts/slideLayout16.xml"/><Relationship Id="rId2" Type="http://schemas.openxmlformats.org/officeDocument/2006/relationships/slideLayout" Target="../slideLayouts/slideLayout15.xml"/><Relationship Id="rId12" Type="http://schemas.openxmlformats.org/officeDocument/2006/relationships/theme" Target="../theme/theme3.xml"/><Relationship Id="rId11" Type="http://schemas.openxmlformats.org/officeDocument/2006/relationships/slideLayout" Target="../slideLayouts/slideLayout24.xml"/><Relationship Id="rId10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98927" y="232029"/>
            <a:ext cx="1790776" cy="423509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1.vml"/><Relationship Id="rId4" Type="http://schemas.openxmlformats.org/officeDocument/2006/relationships/slideLayout" Target="../slideLayouts/slideLayout14.xml"/><Relationship Id="rId3" Type="http://schemas.openxmlformats.org/officeDocument/2006/relationships/image" Target="../media/image3.png"/><Relationship Id="rId2" Type="http://schemas.openxmlformats.org/officeDocument/2006/relationships/image" Target="../media/image2.emf"/><Relationship Id="rId1" Type="http://schemas.openxmlformats.org/officeDocument/2006/relationships/oleObject" Target="../embeddings/oleObject1.bin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cxnSp>
        <p:nvCxnSpPr>
          <p:cNvPr id="163" name="直接箭头连接符 162"/>
          <p:cNvCxnSpPr/>
          <p:nvPr/>
        </p:nvCxnSpPr>
        <p:spPr>
          <a:xfrm flipH="1" flipV="1">
            <a:off x="11238230" y="1412875"/>
            <a:ext cx="10160" cy="4618355"/>
          </a:xfrm>
          <a:prstGeom prst="straightConnector1">
            <a:avLst/>
          </a:prstGeom>
          <a:ln w="28575" cmpd="sng">
            <a:solidFill>
              <a:srgbClr val="2D9A1B"/>
            </a:solidFill>
            <a:prstDash val="soli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文本框 3"/>
          <p:cNvSpPr txBox="1"/>
          <p:nvPr/>
        </p:nvSpPr>
        <p:spPr>
          <a:xfrm>
            <a:off x="41275" y="26035"/>
            <a:ext cx="19862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>
                <a:solidFill>
                  <a:schemeClr val="accent1"/>
                </a:solidFill>
                <a:sym typeface="+mn-ea"/>
              </a:rPr>
              <a:t>ShotSki</a:t>
            </a:r>
            <a:r>
              <a:rPr lang="en-US">
                <a:solidFill>
                  <a:schemeClr val="accent1"/>
                </a:solidFill>
                <a:sym typeface="+mn-ea"/>
              </a:rPr>
              <a:t> </a:t>
            </a:r>
            <a:r>
              <a:rPr lang="en-US" altLang="zh-CN">
                <a:solidFill>
                  <a:schemeClr val="accent1">
                    <a:lumMod val="75000"/>
                  </a:schemeClr>
                </a:solidFill>
              </a:rPr>
              <a:t>Mahi</a:t>
            </a:r>
            <a:r>
              <a:rPr lang="zh-CN" altLang="en-US">
                <a:solidFill>
                  <a:schemeClr val="accent1">
                    <a:lumMod val="75000"/>
                  </a:schemeClr>
                </a:solidFill>
              </a:rPr>
              <a:t>组装</a:t>
            </a:r>
            <a:endParaRPr lang="zh-CN" altLang="en-US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242570" y="6158230"/>
            <a:ext cx="11578590" cy="368300"/>
          </a:xfrm>
          <a:prstGeom prst="rect">
            <a:avLst/>
          </a:prstGeom>
          <a:noFill/>
          <a:ln w="28575"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p>
            <a:pPr algn="l"/>
            <a:r>
              <a:rPr kumimoji="1" lang="en-US" altLang="zh-CN" b="1" dirty="0" smtClean="0">
                <a:sym typeface="+mn-ea"/>
              </a:rPr>
              <a:t>PC</a:t>
            </a:r>
            <a:endParaRPr kumimoji="1" lang="en-US" altLang="zh-CN" b="1" dirty="0" smtClean="0">
              <a:sym typeface="+mn-ea"/>
            </a:endParaRPr>
          </a:p>
        </p:txBody>
      </p:sp>
      <p:cxnSp>
        <p:nvCxnSpPr>
          <p:cNvPr id="70" name="直接连接符 69"/>
          <p:cNvCxnSpPr/>
          <p:nvPr/>
        </p:nvCxnSpPr>
        <p:spPr>
          <a:xfrm>
            <a:off x="841375" y="477520"/>
            <a:ext cx="10979150" cy="5080"/>
          </a:xfrm>
          <a:prstGeom prst="line">
            <a:avLst/>
          </a:prstGeom>
          <a:ln w="28575" cmpd="sng">
            <a:solidFill>
              <a:schemeClr val="accent2">
                <a:lumMod val="7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直接连接符 70"/>
          <p:cNvCxnSpPr/>
          <p:nvPr/>
        </p:nvCxnSpPr>
        <p:spPr>
          <a:xfrm>
            <a:off x="841375" y="458470"/>
            <a:ext cx="0" cy="262890"/>
          </a:xfrm>
          <a:prstGeom prst="line">
            <a:avLst/>
          </a:prstGeom>
          <a:ln w="28575" cmpd="sng">
            <a:solidFill>
              <a:schemeClr val="accent2">
                <a:lumMod val="7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直接连接符 71"/>
          <p:cNvCxnSpPr/>
          <p:nvPr/>
        </p:nvCxnSpPr>
        <p:spPr>
          <a:xfrm>
            <a:off x="11812270" y="481965"/>
            <a:ext cx="0" cy="262890"/>
          </a:xfrm>
          <a:prstGeom prst="line">
            <a:avLst/>
          </a:prstGeom>
          <a:ln w="28575" cmpd="sng">
            <a:solidFill>
              <a:schemeClr val="accent2">
                <a:lumMod val="7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文本框 84"/>
          <p:cNvSpPr txBox="1"/>
          <p:nvPr/>
        </p:nvSpPr>
        <p:spPr>
          <a:xfrm>
            <a:off x="852170" y="721360"/>
            <a:ext cx="2331720" cy="467995"/>
          </a:xfrm>
          <a:prstGeom prst="rect">
            <a:avLst/>
          </a:prstGeom>
          <a:noFill/>
          <a:ln w="28575">
            <a:solidFill>
              <a:schemeClr val="accent1">
                <a:lumMod val="75000"/>
              </a:schemeClr>
            </a:solidFill>
          </a:ln>
        </p:spPr>
        <p:txBody>
          <a:bodyPr wrap="square" rtlCol="0" anchor="ctr" anchorCtr="1">
            <a:noAutofit/>
          </a:bodyPr>
          <a:p>
            <a:pPr algn="ctr"/>
            <a:r>
              <a:rPr kumimoji="1" lang="zh-CN" altLang="en-US" sz="1200" dirty="0" smtClean="0">
                <a:latin typeface="+mj-ea"/>
                <a:ea typeface="+mj-ea"/>
                <a:sym typeface="+mn-ea"/>
              </a:rPr>
              <a:t>产品</a:t>
            </a:r>
            <a:r>
              <a:rPr kumimoji="1" lang="zh-CN" altLang="en-US" sz="1200" dirty="0" smtClean="0">
                <a:latin typeface="+mj-ea"/>
                <a:ea typeface="+mj-ea"/>
                <a:sym typeface="+mn-ea"/>
              </a:rPr>
              <a:t>放在指定位置</a:t>
            </a:r>
            <a:endParaRPr kumimoji="1" lang="zh-CN" altLang="en-US" sz="1200" dirty="0" smtClean="0">
              <a:latin typeface="+mj-ea"/>
              <a:ea typeface="+mj-ea"/>
              <a:sym typeface="+mn-ea"/>
            </a:endParaRPr>
          </a:p>
        </p:txBody>
      </p:sp>
      <p:sp>
        <p:nvSpPr>
          <p:cNvPr id="91" name="文本框 90"/>
          <p:cNvSpPr txBox="1"/>
          <p:nvPr/>
        </p:nvSpPr>
        <p:spPr>
          <a:xfrm>
            <a:off x="3641090" y="721360"/>
            <a:ext cx="2256155" cy="467995"/>
          </a:xfrm>
          <a:prstGeom prst="rect">
            <a:avLst/>
          </a:prstGeom>
          <a:noFill/>
          <a:ln w="28575">
            <a:solidFill>
              <a:schemeClr val="accent1">
                <a:lumMod val="75000"/>
              </a:schemeClr>
            </a:solidFill>
          </a:ln>
        </p:spPr>
        <p:txBody>
          <a:bodyPr wrap="square" rtlCol="0" anchor="ctr" anchorCtr="0">
            <a:noAutofit/>
          </a:bodyPr>
          <a:p>
            <a:pPr algn="ctr"/>
            <a:r>
              <a:rPr kumimoji="1" lang="en-US" altLang="zh-CN" sz="1200" dirty="0" smtClean="0">
                <a:latin typeface="+mj-ea"/>
                <a:ea typeface="+mj-ea"/>
                <a:sym typeface="+mn-ea"/>
              </a:rPr>
              <a:t>mahi</a:t>
            </a:r>
            <a:r>
              <a:rPr kumimoji="1" lang="zh-CN" altLang="en-US" sz="1200" dirty="0" smtClean="0">
                <a:latin typeface="+mj-ea"/>
                <a:ea typeface="+mj-ea"/>
                <a:sym typeface="+mn-ea"/>
              </a:rPr>
              <a:t>扫码</a:t>
            </a:r>
            <a:r>
              <a:rPr kumimoji="1" lang="en-US" altLang="zh-CN" sz="1200" dirty="0" smtClean="0">
                <a:latin typeface="+mj-ea"/>
                <a:ea typeface="+mj-ea"/>
                <a:sym typeface="+mn-ea"/>
              </a:rPr>
              <a:t>( </a:t>
            </a:r>
            <a:r>
              <a:rPr kumimoji="1" lang="zh-CN" altLang="en-US" sz="1200" dirty="0" smtClean="0">
                <a:latin typeface="+mj-ea"/>
                <a:ea typeface="+mj-ea"/>
                <a:sym typeface="+mn-ea"/>
              </a:rPr>
              <a:t>欧姆龙</a:t>
            </a:r>
            <a:r>
              <a:rPr kumimoji="1" lang="en-US" altLang="zh-CN" sz="1200" dirty="0" smtClean="0">
                <a:latin typeface="+mj-ea"/>
                <a:ea typeface="+mj-ea"/>
                <a:sym typeface="+mn-ea"/>
              </a:rPr>
              <a:t> Fins Tcp)</a:t>
            </a:r>
            <a:endParaRPr kumimoji="1" lang="zh-CN" altLang="en-US" sz="1200" dirty="0" smtClean="0">
              <a:latin typeface="+mj-ea"/>
              <a:ea typeface="+mj-ea"/>
              <a:sym typeface="+mn-ea"/>
            </a:endParaRPr>
          </a:p>
        </p:txBody>
      </p:sp>
      <p:sp>
        <p:nvSpPr>
          <p:cNvPr id="95" name="文本框 94"/>
          <p:cNvSpPr txBox="1"/>
          <p:nvPr/>
        </p:nvSpPr>
        <p:spPr>
          <a:xfrm>
            <a:off x="6340475" y="721360"/>
            <a:ext cx="5471795" cy="467995"/>
          </a:xfrm>
          <a:prstGeom prst="rect">
            <a:avLst/>
          </a:prstGeom>
          <a:noFill/>
          <a:ln w="28575">
            <a:solidFill>
              <a:schemeClr val="accent1">
                <a:lumMod val="75000"/>
              </a:schemeClr>
            </a:solidFill>
          </a:ln>
        </p:spPr>
        <p:txBody>
          <a:bodyPr wrap="square" rtlCol="0" anchor="ctr" anchorCtr="0">
            <a:noAutofit/>
          </a:bodyPr>
          <a:p>
            <a:pPr algn="ctr"/>
            <a:r>
              <a:rPr kumimoji="1" lang="zh-CN" altLang="en-US" sz="1200" dirty="0" smtClean="0">
                <a:latin typeface="+mj-ea"/>
                <a:ea typeface="+mj-ea"/>
                <a:sym typeface="+mn-ea"/>
              </a:rPr>
              <a:t>产品放入</a:t>
            </a:r>
            <a:r>
              <a:rPr kumimoji="1" lang="zh-CN" sz="1200" dirty="0" smtClean="0">
                <a:latin typeface="+mj-ea"/>
                <a:ea typeface="+mj-ea"/>
                <a:sym typeface="+mn-ea"/>
              </a:rPr>
              <a:t>压合机</a:t>
            </a:r>
            <a:r>
              <a:rPr kumimoji="1" lang="en-US" altLang="zh-CN" sz="1200" dirty="0" smtClean="0">
                <a:latin typeface="+mj-ea"/>
                <a:ea typeface="+mj-ea"/>
                <a:sym typeface="+mn-ea"/>
              </a:rPr>
              <a:t>(</a:t>
            </a:r>
            <a:r>
              <a:rPr kumimoji="1" lang="zh-CN" altLang="en-US" sz="1200" dirty="0" smtClean="0">
                <a:latin typeface="+mj-ea"/>
                <a:ea typeface="+mj-ea"/>
                <a:sym typeface="+mn-ea"/>
              </a:rPr>
              <a:t>欧姆龙</a:t>
            </a:r>
            <a:r>
              <a:rPr kumimoji="1" lang="en-US" altLang="zh-CN" sz="1200" dirty="0" smtClean="0">
                <a:latin typeface="+mj-ea"/>
                <a:ea typeface="+mj-ea"/>
                <a:sym typeface="+mn-ea"/>
              </a:rPr>
              <a:t> </a:t>
            </a:r>
            <a:r>
              <a:rPr kumimoji="1" lang="en-US" altLang="zh-CN" sz="1200" dirty="0" smtClean="0">
                <a:latin typeface="+mj-ea"/>
                <a:ea typeface="+mj-ea"/>
                <a:sym typeface="+mn-ea"/>
              </a:rPr>
              <a:t>Fins </a:t>
            </a:r>
            <a:r>
              <a:rPr kumimoji="1" lang="en-US" altLang="zh-CN" sz="1200" dirty="0" smtClean="0">
                <a:latin typeface="+mj-ea"/>
                <a:ea typeface="+mj-ea"/>
                <a:sym typeface="+mn-ea"/>
              </a:rPr>
              <a:t>Tcp)</a:t>
            </a:r>
            <a:endParaRPr kumimoji="1" lang="en-US" altLang="zh-CN" sz="1200" dirty="0" smtClean="0">
              <a:latin typeface="+mj-ea"/>
              <a:ea typeface="+mj-ea"/>
              <a:sym typeface="+mn-ea"/>
            </a:endParaRPr>
          </a:p>
        </p:txBody>
      </p:sp>
      <p:cxnSp>
        <p:nvCxnSpPr>
          <p:cNvPr id="108" name="直接箭头连接符 107"/>
          <p:cNvCxnSpPr/>
          <p:nvPr/>
        </p:nvCxnSpPr>
        <p:spPr>
          <a:xfrm flipH="1" flipV="1">
            <a:off x="1670050" y="1247775"/>
            <a:ext cx="27940" cy="4614545"/>
          </a:xfrm>
          <a:prstGeom prst="straightConnector1">
            <a:avLst/>
          </a:prstGeom>
          <a:ln w="28575" cmpd="sng">
            <a:solidFill>
              <a:srgbClr val="2D9A1B"/>
            </a:solidFill>
            <a:prstDash val="soli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7" name="文本框 116"/>
          <p:cNvSpPr txBox="1"/>
          <p:nvPr/>
        </p:nvSpPr>
        <p:spPr>
          <a:xfrm>
            <a:off x="1358900" y="4811395"/>
            <a:ext cx="642620" cy="337185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p>
            <a:pPr algn="l"/>
            <a:r>
              <a:rPr lang="en-US" altLang="zh-CN" sz="1600">
                <a:latin typeface="+mj-ea"/>
                <a:ea typeface="+mj-ea"/>
              </a:rPr>
              <a:t>start</a:t>
            </a:r>
            <a:endParaRPr lang="en-US" altLang="zh-CN" sz="1600">
              <a:latin typeface="+mj-ea"/>
              <a:ea typeface="+mj-ea"/>
            </a:endParaRPr>
          </a:p>
        </p:txBody>
      </p:sp>
      <p:sp>
        <p:nvSpPr>
          <p:cNvPr id="123" name="文本框 122"/>
          <p:cNvSpPr txBox="1"/>
          <p:nvPr/>
        </p:nvSpPr>
        <p:spPr>
          <a:xfrm>
            <a:off x="990600" y="6227445"/>
            <a:ext cx="1387475" cy="229870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10000"/>
              </a:schemeClr>
            </a:solidFill>
          </a:ln>
        </p:spPr>
        <p:txBody>
          <a:bodyPr wrap="square" rtlCol="0">
            <a:spAutoFit/>
          </a:bodyPr>
          <a:p>
            <a:pPr lvl="0" algn="ctr">
              <a:buClrTx/>
              <a:buSzTx/>
              <a:buFontTx/>
            </a:pPr>
            <a:r>
              <a:rPr lang="en-US" sz="900">
                <a:sym typeface="+mn-ea"/>
              </a:rPr>
              <a:t>TCP</a:t>
            </a:r>
            <a:r>
              <a:rPr lang="zh-CN" altLang="en-US" sz="900">
                <a:sym typeface="+mn-ea"/>
              </a:rPr>
              <a:t>扫码枪</a:t>
            </a:r>
            <a:r>
              <a:rPr lang="en-US" altLang="zh-CN" sz="900">
                <a:sym typeface="+mn-ea"/>
              </a:rPr>
              <a:t>1(</a:t>
            </a:r>
            <a:r>
              <a:rPr lang="zh-CN" altLang="en-US" sz="900">
                <a:sym typeface="+mn-ea"/>
              </a:rPr>
              <a:t>常触发</a:t>
            </a:r>
            <a:r>
              <a:rPr lang="en-US" altLang="zh-CN" sz="900">
                <a:sym typeface="+mn-ea"/>
              </a:rPr>
              <a:t>)</a:t>
            </a:r>
            <a:endParaRPr lang="en-US" altLang="zh-CN" sz="900">
              <a:sym typeface="+mn-ea"/>
            </a:endParaRPr>
          </a:p>
        </p:txBody>
      </p:sp>
      <p:sp>
        <p:nvSpPr>
          <p:cNvPr id="124" name="文本框 123"/>
          <p:cNvSpPr txBox="1"/>
          <p:nvPr/>
        </p:nvSpPr>
        <p:spPr>
          <a:xfrm>
            <a:off x="10767695" y="4773930"/>
            <a:ext cx="970915" cy="306705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1">
                <a:lumMod val="75000"/>
              </a:schemeClr>
            </a:solidFill>
          </a:ln>
        </p:spPr>
        <p:txBody>
          <a:bodyPr wrap="square" rtlCol="0" anchor="t">
            <a:spAutoFit/>
          </a:bodyPr>
          <a:p>
            <a:pPr lvl="0" algn="ctr">
              <a:buClrTx/>
              <a:buSzTx/>
              <a:buFontTx/>
            </a:pPr>
            <a:r>
              <a:rPr lang="en-US" altLang="zh-CN" sz="700">
                <a:latin typeface="+mj-ea"/>
                <a:ea typeface="+mj-ea"/>
                <a:sym typeface="+mn-ea"/>
              </a:rPr>
              <a:t>TestDataCollect2MainChild</a:t>
            </a:r>
            <a:endParaRPr lang="en-US" altLang="zh-CN" sz="700">
              <a:latin typeface="+mj-ea"/>
              <a:ea typeface="+mj-ea"/>
              <a:sym typeface="+mn-ea"/>
            </a:endParaRPr>
          </a:p>
        </p:txBody>
      </p:sp>
      <p:cxnSp>
        <p:nvCxnSpPr>
          <p:cNvPr id="139" name="直接箭头连接符 138"/>
          <p:cNvCxnSpPr/>
          <p:nvPr/>
        </p:nvCxnSpPr>
        <p:spPr>
          <a:xfrm>
            <a:off x="6968490" y="1557655"/>
            <a:ext cx="8255" cy="4469130"/>
          </a:xfrm>
          <a:prstGeom prst="straightConnector1">
            <a:avLst/>
          </a:prstGeom>
          <a:ln w="28575" cmpd="sng">
            <a:solidFill>
              <a:srgbClr val="2D9A1B"/>
            </a:solidFill>
            <a:prstDash val="soli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0" name="文本框 139"/>
          <p:cNvSpPr txBox="1"/>
          <p:nvPr/>
        </p:nvSpPr>
        <p:spPr>
          <a:xfrm>
            <a:off x="6550660" y="4049395"/>
            <a:ext cx="840105" cy="245110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10000"/>
              </a:schemeClr>
            </a:solidFill>
          </a:ln>
        </p:spPr>
        <p:txBody>
          <a:bodyPr wrap="square" rtlCol="0">
            <a:spAutoFit/>
          </a:bodyPr>
          <a:p>
            <a:pPr algn="ctr"/>
            <a:r>
              <a:rPr lang="en-US" altLang="zh-CN" sz="1000"/>
              <a:t>D3005=1</a:t>
            </a:r>
            <a:endParaRPr lang="en-US" altLang="zh-CN" sz="1000"/>
          </a:p>
        </p:txBody>
      </p:sp>
      <p:sp>
        <p:nvSpPr>
          <p:cNvPr id="142" name="文本框 141"/>
          <p:cNvSpPr txBox="1"/>
          <p:nvPr/>
        </p:nvSpPr>
        <p:spPr>
          <a:xfrm>
            <a:off x="6897370" y="2574925"/>
            <a:ext cx="244475" cy="953135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10000"/>
              </a:schemeClr>
            </a:solidFill>
          </a:ln>
        </p:spPr>
        <p:txBody>
          <a:bodyPr wrap="square" rtlCol="0">
            <a:spAutoFit/>
          </a:bodyPr>
          <a:p>
            <a:pPr algn="ctr"/>
            <a:r>
              <a:rPr lang="zh-CN" altLang="en-US" sz="1400"/>
              <a:t>开始压合</a:t>
            </a:r>
            <a:endParaRPr lang="zh-CN" altLang="en-US" sz="1400"/>
          </a:p>
        </p:txBody>
      </p:sp>
      <p:cxnSp>
        <p:nvCxnSpPr>
          <p:cNvPr id="143" name="直接箭头连接符 142"/>
          <p:cNvCxnSpPr/>
          <p:nvPr/>
        </p:nvCxnSpPr>
        <p:spPr>
          <a:xfrm>
            <a:off x="7899400" y="1544955"/>
            <a:ext cx="20955" cy="4403090"/>
          </a:xfrm>
          <a:prstGeom prst="straightConnector1">
            <a:avLst/>
          </a:prstGeom>
          <a:ln w="28575" cmpd="sng">
            <a:solidFill>
              <a:srgbClr val="2D9A1B"/>
            </a:solidFill>
            <a:prstDash val="soli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4" name="文本框 143"/>
          <p:cNvSpPr txBox="1"/>
          <p:nvPr/>
        </p:nvSpPr>
        <p:spPr>
          <a:xfrm>
            <a:off x="7489825" y="4034155"/>
            <a:ext cx="840105" cy="245110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10000"/>
              </a:schemeClr>
            </a:solidFill>
          </a:ln>
        </p:spPr>
        <p:txBody>
          <a:bodyPr wrap="square" rtlCol="0">
            <a:spAutoFit/>
          </a:bodyPr>
          <a:p>
            <a:pPr algn="ctr"/>
            <a:r>
              <a:rPr lang="en-US" altLang="zh-CN" sz="1000"/>
              <a:t>D3007=1</a:t>
            </a:r>
            <a:endParaRPr lang="en-US" altLang="zh-CN" sz="1000"/>
          </a:p>
        </p:txBody>
      </p:sp>
      <p:sp>
        <p:nvSpPr>
          <p:cNvPr id="146" name="文本框 145"/>
          <p:cNvSpPr txBox="1"/>
          <p:nvPr/>
        </p:nvSpPr>
        <p:spPr>
          <a:xfrm>
            <a:off x="7776210" y="2574925"/>
            <a:ext cx="244475" cy="953135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10000"/>
              </a:schemeClr>
            </a:solidFill>
          </a:ln>
        </p:spPr>
        <p:txBody>
          <a:bodyPr wrap="square" rtlCol="0">
            <a:spAutoFit/>
          </a:bodyPr>
          <a:p>
            <a:pPr algn="ctr"/>
            <a:r>
              <a:rPr lang="zh-CN" altLang="en-US" sz="1400"/>
              <a:t>完成压合</a:t>
            </a:r>
            <a:endParaRPr lang="zh-CN" altLang="en-US" sz="1400"/>
          </a:p>
        </p:txBody>
      </p:sp>
      <p:cxnSp>
        <p:nvCxnSpPr>
          <p:cNvPr id="157" name="直接箭头连接符 156"/>
          <p:cNvCxnSpPr/>
          <p:nvPr/>
        </p:nvCxnSpPr>
        <p:spPr>
          <a:xfrm flipV="1">
            <a:off x="2758440" y="1247775"/>
            <a:ext cx="10795" cy="3726180"/>
          </a:xfrm>
          <a:prstGeom prst="straightConnector1">
            <a:avLst/>
          </a:prstGeom>
          <a:ln w="28575" cmpd="sng">
            <a:solidFill>
              <a:srgbClr val="FF0000"/>
            </a:solidFill>
            <a:prstDash val="soli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4" name="文本框 163"/>
          <p:cNvSpPr txBox="1"/>
          <p:nvPr/>
        </p:nvSpPr>
        <p:spPr>
          <a:xfrm>
            <a:off x="10805160" y="4018915"/>
            <a:ext cx="895350" cy="275590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p>
            <a:pPr algn="l"/>
            <a:r>
              <a:rPr lang="en-US" altLang="zh-CN" sz="1200">
                <a:latin typeface="+mj-ea"/>
                <a:ea typeface="+mj-ea"/>
              </a:rPr>
              <a:t>complete</a:t>
            </a:r>
            <a:endParaRPr lang="en-US" altLang="zh-CN" sz="1200">
              <a:latin typeface="+mj-ea"/>
              <a:ea typeface="+mj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0949305" y="5213985"/>
            <a:ext cx="608330" cy="198755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1">
                <a:lumMod val="75000"/>
              </a:schemeClr>
            </a:solidFill>
          </a:ln>
        </p:spPr>
        <p:txBody>
          <a:bodyPr wrap="square" rtlCol="0" anchor="t">
            <a:spAutoFit/>
          </a:bodyPr>
          <a:p>
            <a:pPr lvl="0" algn="ctr">
              <a:buClrTx/>
              <a:buSzTx/>
              <a:buFontTx/>
            </a:pPr>
            <a:r>
              <a:rPr lang="en-US" altLang="zh-CN" sz="700">
                <a:latin typeface="+mj-ea"/>
                <a:ea typeface="+mj-ea"/>
                <a:sym typeface="+mn-ea"/>
              </a:rPr>
              <a:t>addsfckey</a:t>
            </a:r>
            <a:endParaRPr lang="en-US" altLang="zh-CN" sz="700">
              <a:latin typeface="+mj-ea"/>
              <a:ea typeface="+mj-ea"/>
              <a:sym typeface="+mn-ea"/>
            </a:endParaRPr>
          </a:p>
        </p:txBody>
      </p:sp>
      <p:cxnSp>
        <p:nvCxnSpPr>
          <p:cNvPr id="14" name="直接箭头连接符 13"/>
          <p:cNvCxnSpPr/>
          <p:nvPr/>
        </p:nvCxnSpPr>
        <p:spPr>
          <a:xfrm>
            <a:off x="10076180" y="1655445"/>
            <a:ext cx="18415" cy="4286250"/>
          </a:xfrm>
          <a:prstGeom prst="straightConnector1">
            <a:avLst/>
          </a:prstGeom>
          <a:ln w="28575" cmpd="sng">
            <a:solidFill>
              <a:srgbClr val="2D9A1B"/>
            </a:solidFill>
            <a:prstDash val="soli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文本框 16"/>
          <p:cNvSpPr txBox="1"/>
          <p:nvPr/>
        </p:nvSpPr>
        <p:spPr>
          <a:xfrm>
            <a:off x="9665335" y="3907155"/>
            <a:ext cx="840105" cy="398780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10000"/>
              </a:schemeClr>
            </a:solidFill>
          </a:ln>
        </p:spPr>
        <p:txBody>
          <a:bodyPr wrap="square" rtlCol="0">
            <a:spAutoFit/>
          </a:bodyPr>
          <a:p>
            <a:pPr algn="ctr"/>
            <a:r>
              <a:rPr lang="zh-CN" altLang="en-US" sz="1000">
                <a:sym typeface="+mn-ea"/>
              </a:rPr>
              <a:t>压合温度</a:t>
            </a:r>
            <a:r>
              <a:rPr lang="zh-CN" altLang="en-US" sz="1000"/>
              <a:t>：</a:t>
            </a:r>
            <a:endParaRPr lang="zh-CN" altLang="en-US" sz="1000"/>
          </a:p>
          <a:p>
            <a:pPr algn="ctr"/>
            <a:r>
              <a:rPr lang="en-US" altLang="zh-CN" sz="1000"/>
              <a:t>D3107=80</a:t>
            </a:r>
            <a:endParaRPr lang="en-US" altLang="zh-CN" sz="1000"/>
          </a:p>
        </p:txBody>
      </p:sp>
      <p:sp>
        <p:nvSpPr>
          <p:cNvPr id="18" name="标题 1"/>
          <p:cNvSpPr>
            <a:spLocks noGrp="1"/>
          </p:cNvSpPr>
          <p:nvPr/>
        </p:nvSpPr>
        <p:spPr>
          <a:xfrm>
            <a:off x="7425055" y="1297940"/>
            <a:ext cx="2961640" cy="234315"/>
          </a:xfrm>
          <a:prstGeom prst="rect">
            <a:avLst/>
          </a:prstGeom>
          <a:ln w="12700" cmpd="sng">
            <a:solidFill>
              <a:srgbClr val="FF0000"/>
            </a:solidFill>
            <a:prstDash val="dash"/>
          </a:ln>
        </p:spPr>
        <p:txBody>
          <a:bodyPr vert="horz" lIns="91440" tIns="45720" rIns="91440" bIns="45720" rtlCol="0" anchor="ctr" anchorCtr="0">
            <a:normAutofit fontScale="90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CN" sz="1000" b="0">
                <a:effectLst/>
                <a:latin typeface="+mj-ea"/>
                <a:sym typeface="+mn-ea"/>
              </a:rPr>
              <a:t>PLC2 192.168.125.11</a:t>
            </a:r>
            <a:endParaRPr lang="en-US" altLang="zh-CN" sz="1000" b="0">
              <a:effectLst/>
              <a:latin typeface="+mj-ea"/>
              <a:sym typeface="+mn-ea"/>
            </a:endParaRPr>
          </a:p>
        </p:txBody>
      </p:sp>
      <p:cxnSp>
        <p:nvCxnSpPr>
          <p:cNvPr id="19" name="直接箭头连接符 18"/>
          <p:cNvCxnSpPr>
            <a:stCxn id="117" idx="3"/>
          </p:cNvCxnSpPr>
          <p:nvPr/>
        </p:nvCxnSpPr>
        <p:spPr>
          <a:xfrm>
            <a:off x="2001520" y="4980305"/>
            <a:ext cx="767715" cy="1270"/>
          </a:xfrm>
          <a:prstGeom prst="straightConnector1">
            <a:avLst/>
          </a:prstGeom>
          <a:ln w="28575" cmpd="sng">
            <a:solidFill>
              <a:srgbClr val="FF0000"/>
            </a:solidFill>
            <a:prstDash val="soli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/>
          <p:cNvSpPr txBox="1"/>
          <p:nvPr/>
        </p:nvSpPr>
        <p:spPr>
          <a:xfrm>
            <a:off x="4064635" y="6227445"/>
            <a:ext cx="1408430" cy="229870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10000"/>
              </a:schemeClr>
            </a:solidFill>
          </a:ln>
        </p:spPr>
        <p:txBody>
          <a:bodyPr wrap="square" rtlCol="0">
            <a:spAutoFit/>
          </a:bodyPr>
          <a:p>
            <a:pPr lvl="0" algn="ctr">
              <a:buClrTx/>
              <a:buSzTx/>
              <a:buFontTx/>
            </a:pPr>
            <a:r>
              <a:rPr lang="en-US" sz="900">
                <a:sym typeface="+mn-ea"/>
              </a:rPr>
              <a:t>TCP</a:t>
            </a:r>
            <a:r>
              <a:rPr lang="zh-CN" altLang="en-US" sz="900">
                <a:sym typeface="+mn-ea"/>
              </a:rPr>
              <a:t>扫码枪</a:t>
            </a:r>
            <a:r>
              <a:rPr lang="en-US" altLang="zh-CN" sz="900">
                <a:sym typeface="+mn-ea"/>
              </a:rPr>
              <a:t>2(</a:t>
            </a:r>
            <a:r>
              <a:rPr lang="zh-CN" altLang="en-US" sz="900">
                <a:sym typeface="+mn-ea"/>
              </a:rPr>
              <a:t>命令触发</a:t>
            </a:r>
            <a:r>
              <a:rPr lang="en-US" altLang="zh-CN" sz="900">
                <a:sym typeface="+mn-ea"/>
              </a:rPr>
              <a:t>)</a:t>
            </a:r>
            <a:endParaRPr lang="zh-CN" altLang="en-US" sz="900">
              <a:sym typeface="+mn-ea"/>
            </a:endParaRPr>
          </a:p>
        </p:txBody>
      </p:sp>
      <p:cxnSp>
        <p:nvCxnSpPr>
          <p:cNvPr id="10" name="直接箭头连接符 9"/>
          <p:cNvCxnSpPr/>
          <p:nvPr/>
        </p:nvCxnSpPr>
        <p:spPr>
          <a:xfrm flipV="1">
            <a:off x="4674235" y="1644015"/>
            <a:ext cx="10160" cy="4369435"/>
          </a:xfrm>
          <a:prstGeom prst="straightConnector1">
            <a:avLst/>
          </a:prstGeom>
          <a:ln w="28575" cmpd="sng">
            <a:solidFill>
              <a:srgbClr val="2D9A1B"/>
            </a:solidFill>
            <a:prstDash val="soli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/>
          <p:cNvSpPr txBox="1"/>
          <p:nvPr/>
        </p:nvSpPr>
        <p:spPr>
          <a:xfrm>
            <a:off x="2641600" y="2068830"/>
            <a:ext cx="244475" cy="953135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10000"/>
              </a:schemeClr>
            </a:solidFill>
          </a:ln>
        </p:spPr>
        <p:txBody>
          <a:bodyPr wrap="square" rtlCol="0">
            <a:spAutoFit/>
          </a:bodyPr>
          <a:p>
            <a:pPr algn="ctr"/>
            <a:r>
              <a:rPr lang="zh-CN" altLang="en-US" sz="1400"/>
              <a:t>不可</a:t>
            </a:r>
            <a:r>
              <a:rPr lang="zh-CN" altLang="en-US" sz="1400"/>
              <a:t>组装</a:t>
            </a:r>
            <a:endParaRPr lang="zh-CN" altLang="en-US" sz="1400"/>
          </a:p>
        </p:txBody>
      </p:sp>
      <p:sp>
        <p:nvSpPr>
          <p:cNvPr id="11" name="文本框 10"/>
          <p:cNvSpPr txBox="1"/>
          <p:nvPr/>
        </p:nvSpPr>
        <p:spPr>
          <a:xfrm>
            <a:off x="2343785" y="3538220"/>
            <a:ext cx="840105" cy="245110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10000"/>
              </a:schemeClr>
            </a:solidFill>
          </a:ln>
        </p:spPr>
        <p:txBody>
          <a:bodyPr wrap="square" rtlCol="0">
            <a:spAutoFit/>
          </a:bodyPr>
          <a:p>
            <a:pPr algn="ctr"/>
            <a:r>
              <a:rPr lang="en-US" altLang="zh-CN" sz="1000"/>
              <a:t>D3010=2</a:t>
            </a:r>
            <a:endParaRPr lang="en-US" altLang="zh-CN" sz="1000"/>
          </a:p>
        </p:txBody>
      </p:sp>
      <p:sp>
        <p:nvSpPr>
          <p:cNvPr id="16" name="标题 1"/>
          <p:cNvSpPr>
            <a:spLocks noGrp="1"/>
          </p:cNvSpPr>
          <p:nvPr/>
        </p:nvSpPr>
        <p:spPr>
          <a:xfrm>
            <a:off x="3665855" y="1254125"/>
            <a:ext cx="2255520" cy="234315"/>
          </a:xfrm>
          <a:prstGeom prst="rect">
            <a:avLst/>
          </a:prstGeom>
          <a:ln w="12700" cmpd="sng">
            <a:solidFill>
              <a:srgbClr val="FF0000"/>
            </a:solidFill>
            <a:prstDash val="dash"/>
          </a:ln>
        </p:spPr>
        <p:txBody>
          <a:bodyPr vert="horz" lIns="91440" tIns="45720" rIns="91440" bIns="45720" rtlCol="0" anchor="ctr" anchorCtr="0">
            <a:normAutofit fontScale="90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CN" sz="1000" b="0">
                <a:effectLst/>
                <a:latin typeface="+mj-ea"/>
                <a:sym typeface="+mn-ea"/>
              </a:rPr>
              <a:t>PLC1 192.168.251.1</a:t>
            </a:r>
            <a:endParaRPr lang="en-US" altLang="zh-CN" sz="1000" b="0">
              <a:effectLst/>
              <a:latin typeface="+mj-ea"/>
              <a:sym typeface="+mn-ea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1260475" y="3538220"/>
            <a:ext cx="840105" cy="245110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10000"/>
              </a:schemeClr>
            </a:solidFill>
          </a:ln>
        </p:spPr>
        <p:txBody>
          <a:bodyPr wrap="square" rtlCol="0">
            <a:spAutoFit/>
          </a:bodyPr>
          <a:p>
            <a:pPr algn="ctr"/>
            <a:r>
              <a:rPr lang="en-US" altLang="zh-CN" sz="1000"/>
              <a:t>D3010=1</a:t>
            </a:r>
            <a:endParaRPr lang="en-US" altLang="zh-CN" sz="1000"/>
          </a:p>
        </p:txBody>
      </p:sp>
      <p:cxnSp>
        <p:nvCxnSpPr>
          <p:cNvPr id="23" name="直接箭头连接符 22"/>
          <p:cNvCxnSpPr/>
          <p:nvPr/>
        </p:nvCxnSpPr>
        <p:spPr>
          <a:xfrm>
            <a:off x="3740150" y="1488440"/>
            <a:ext cx="8255" cy="4469130"/>
          </a:xfrm>
          <a:prstGeom prst="straightConnector1">
            <a:avLst/>
          </a:prstGeom>
          <a:ln w="28575" cmpd="sng">
            <a:solidFill>
              <a:srgbClr val="2D9A1B"/>
            </a:solidFill>
            <a:prstDash val="soli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文本框 23"/>
          <p:cNvSpPr txBox="1"/>
          <p:nvPr/>
        </p:nvSpPr>
        <p:spPr>
          <a:xfrm>
            <a:off x="3292475" y="2964180"/>
            <a:ext cx="840105" cy="245110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10000"/>
              </a:schemeClr>
            </a:solidFill>
          </a:ln>
        </p:spPr>
        <p:txBody>
          <a:bodyPr wrap="square" rtlCol="0">
            <a:spAutoFit/>
          </a:bodyPr>
          <a:p>
            <a:pPr algn="ctr"/>
            <a:r>
              <a:rPr lang="en-US" altLang="zh-CN" sz="1000"/>
              <a:t>D3003=1</a:t>
            </a:r>
            <a:endParaRPr lang="en-US" altLang="zh-CN" sz="1000"/>
          </a:p>
        </p:txBody>
      </p:sp>
      <p:sp>
        <p:nvSpPr>
          <p:cNvPr id="25" name="文本框 24"/>
          <p:cNvSpPr txBox="1"/>
          <p:nvPr/>
        </p:nvSpPr>
        <p:spPr>
          <a:xfrm>
            <a:off x="3600450" y="3477260"/>
            <a:ext cx="244475" cy="953135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10000"/>
              </a:schemeClr>
            </a:solidFill>
          </a:ln>
        </p:spPr>
        <p:txBody>
          <a:bodyPr wrap="square" rtlCol="0">
            <a:spAutoFit/>
          </a:bodyPr>
          <a:p>
            <a:pPr algn="ctr"/>
            <a:r>
              <a:rPr lang="zh-CN" altLang="en-US" sz="1400"/>
              <a:t>开始</a:t>
            </a:r>
            <a:r>
              <a:rPr lang="zh-CN" altLang="en-US" sz="1400"/>
              <a:t>扫码</a:t>
            </a:r>
            <a:endParaRPr lang="zh-CN" altLang="en-US" sz="1400"/>
          </a:p>
        </p:txBody>
      </p:sp>
      <p:sp>
        <p:nvSpPr>
          <p:cNvPr id="27" name="文本框 26"/>
          <p:cNvSpPr txBox="1"/>
          <p:nvPr/>
        </p:nvSpPr>
        <p:spPr>
          <a:xfrm>
            <a:off x="4546600" y="3270250"/>
            <a:ext cx="244475" cy="953135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10000"/>
              </a:schemeClr>
            </a:solidFill>
          </a:ln>
        </p:spPr>
        <p:txBody>
          <a:bodyPr wrap="square" rtlCol="0">
            <a:spAutoFit/>
          </a:bodyPr>
          <a:p>
            <a:pPr algn="ctr"/>
            <a:r>
              <a:rPr lang="zh-CN" altLang="en-US" sz="1400"/>
              <a:t>允许组装</a:t>
            </a:r>
            <a:endParaRPr lang="zh-CN" altLang="en-US" sz="1400"/>
          </a:p>
        </p:txBody>
      </p:sp>
      <p:cxnSp>
        <p:nvCxnSpPr>
          <p:cNvPr id="28" name="直接箭头连接符 27"/>
          <p:cNvCxnSpPr/>
          <p:nvPr/>
        </p:nvCxnSpPr>
        <p:spPr>
          <a:xfrm>
            <a:off x="9076055" y="1649095"/>
            <a:ext cx="18415" cy="4286250"/>
          </a:xfrm>
          <a:prstGeom prst="straightConnector1">
            <a:avLst/>
          </a:prstGeom>
          <a:ln w="28575" cmpd="sng">
            <a:solidFill>
              <a:srgbClr val="2D9A1B"/>
            </a:solidFill>
            <a:prstDash val="soli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文本框 28"/>
          <p:cNvSpPr txBox="1"/>
          <p:nvPr/>
        </p:nvSpPr>
        <p:spPr>
          <a:xfrm>
            <a:off x="8655685" y="3907155"/>
            <a:ext cx="840105" cy="398780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10000"/>
              </a:schemeClr>
            </a:solidFill>
          </a:ln>
        </p:spPr>
        <p:txBody>
          <a:bodyPr wrap="square" rtlCol="0">
            <a:spAutoFit/>
          </a:bodyPr>
          <a:p>
            <a:pPr algn="ctr"/>
            <a:r>
              <a:rPr lang="zh-CN" altLang="en-US" sz="1000">
                <a:sym typeface="+mn-ea"/>
              </a:rPr>
              <a:t>压合时间</a:t>
            </a:r>
            <a:r>
              <a:rPr lang="zh-CN" altLang="en-US" sz="1000"/>
              <a:t>：</a:t>
            </a:r>
            <a:endParaRPr lang="zh-CN" altLang="en-US" sz="1000"/>
          </a:p>
          <a:p>
            <a:pPr algn="ctr"/>
            <a:r>
              <a:rPr lang="en-US" altLang="zh-CN" sz="1000"/>
              <a:t>D3105=20</a:t>
            </a:r>
            <a:endParaRPr lang="en-US" altLang="zh-CN" sz="1000"/>
          </a:p>
        </p:txBody>
      </p:sp>
      <p:sp>
        <p:nvSpPr>
          <p:cNvPr id="181" name="文本框 180"/>
          <p:cNvSpPr txBox="1"/>
          <p:nvPr/>
        </p:nvSpPr>
        <p:spPr>
          <a:xfrm>
            <a:off x="3814445" y="4834255"/>
            <a:ext cx="1708785" cy="876300"/>
          </a:xfrm>
          <a:prstGeom prst="diamond">
            <a:avLst/>
          </a:prstGeom>
          <a:solidFill>
            <a:schemeClr val="bg1"/>
          </a:solidFill>
          <a:ln w="28575"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noAutofit/>
          </a:bodyPr>
          <a:p>
            <a:pPr algn="ctr"/>
            <a:r>
              <a:rPr sz="1000">
                <a:latin typeface="+mj-ea"/>
                <a:ea typeface="+mj-ea"/>
              </a:rPr>
              <a:t>GetSfcKey</a:t>
            </a:r>
            <a:endParaRPr sz="1000">
              <a:latin typeface="+mj-ea"/>
              <a:ea typeface="+mj-ea"/>
            </a:endParaRPr>
          </a:p>
          <a:p>
            <a:pPr algn="ctr"/>
            <a:r>
              <a:rPr lang="zh-CN" sz="1000">
                <a:latin typeface="+mj-ea"/>
                <a:ea typeface="+mj-ea"/>
              </a:rPr>
              <a:t>校验</a:t>
            </a:r>
            <a:r>
              <a:rPr lang="zh-CN" sz="1000">
                <a:latin typeface="+mj-ea"/>
                <a:ea typeface="+mj-ea"/>
              </a:rPr>
              <a:t>小件码是否唯一</a:t>
            </a:r>
            <a:endParaRPr lang="zh-CN" sz="1000">
              <a:latin typeface="+mj-ea"/>
              <a:ea typeface="+mj-ea"/>
            </a:endParaRPr>
          </a:p>
        </p:txBody>
      </p:sp>
      <p:cxnSp>
        <p:nvCxnSpPr>
          <p:cNvPr id="5" name="直接箭头连接符 4"/>
          <p:cNvCxnSpPr/>
          <p:nvPr/>
        </p:nvCxnSpPr>
        <p:spPr>
          <a:xfrm flipV="1">
            <a:off x="5796915" y="1611630"/>
            <a:ext cx="7620" cy="3669030"/>
          </a:xfrm>
          <a:prstGeom prst="straightConnector1">
            <a:avLst/>
          </a:prstGeom>
          <a:ln w="28575" cmpd="sng">
            <a:solidFill>
              <a:srgbClr val="FF0000"/>
            </a:solidFill>
            <a:prstDash val="soli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箭头连接符 5"/>
          <p:cNvCxnSpPr/>
          <p:nvPr/>
        </p:nvCxnSpPr>
        <p:spPr>
          <a:xfrm flipV="1">
            <a:off x="5523230" y="5260975"/>
            <a:ext cx="293370" cy="9525"/>
          </a:xfrm>
          <a:prstGeom prst="straightConnector1">
            <a:avLst/>
          </a:prstGeom>
          <a:ln w="28575" cmpd="sng">
            <a:solidFill>
              <a:srgbClr val="FF0000"/>
            </a:solidFill>
            <a:prstDash val="soli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本框 6"/>
          <p:cNvSpPr txBox="1"/>
          <p:nvPr/>
        </p:nvSpPr>
        <p:spPr>
          <a:xfrm>
            <a:off x="5676900" y="2432685"/>
            <a:ext cx="244475" cy="953135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10000"/>
              </a:schemeClr>
            </a:solidFill>
          </a:ln>
        </p:spPr>
        <p:txBody>
          <a:bodyPr wrap="square" rtlCol="0">
            <a:spAutoFit/>
          </a:bodyPr>
          <a:p>
            <a:pPr algn="ctr"/>
            <a:r>
              <a:rPr lang="zh-CN" altLang="en-US" sz="1400"/>
              <a:t>不可</a:t>
            </a:r>
            <a:r>
              <a:rPr lang="zh-CN" altLang="en-US" sz="1400"/>
              <a:t>组装</a:t>
            </a:r>
            <a:endParaRPr lang="zh-CN" altLang="en-US" sz="1400"/>
          </a:p>
        </p:txBody>
      </p:sp>
      <p:sp>
        <p:nvSpPr>
          <p:cNvPr id="8" name="文本框 7"/>
          <p:cNvSpPr txBox="1"/>
          <p:nvPr/>
        </p:nvSpPr>
        <p:spPr>
          <a:xfrm>
            <a:off x="5299075" y="4060825"/>
            <a:ext cx="840105" cy="245110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10000"/>
              </a:schemeClr>
            </a:solidFill>
          </a:ln>
        </p:spPr>
        <p:txBody>
          <a:bodyPr wrap="square" rtlCol="0">
            <a:spAutoFit/>
          </a:bodyPr>
          <a:p>
            <a:pPr algn="ctr"/>
            <a:r>
              <a:rPr lang="en-US" altLang="zh-CN" sz="1000"/>
              <a:t>D3000=2</a:t>
            </a:r>
            <a:endParaRPr lang="en-US" altLang="zh-CN" sz="1000"/>
          </a:p>
        </p:txBody>
      </p:sp>
      <p:cxnSp>
        <p:nvCxnSpPr>
          <p:cNvPr id="15" name="直接箭头连接符 14"/>
          <p:cNvCxnSpPr/>
          <p:nvPr/>
        </p:nvCxnSpPr>
        <p:spPr>
          <a:xfrm flipV="1">
            <a:off x="3183890" y="944880"/>
            <a:ext cx="467360" cy="10160"/>
          </a:xfrm>
          <a:prstGeom prst="straightConnector1">
            <a:avLst/>
          </a:prstGeom>
          <a:ln w="28575" cmpd="sng">
            <a:solidFill>
              <a:schemeClr val="accent6">
                <a:lumMod val="75000"/>
              </a:schemeClr>
            </a:solidFill>
            <a:prstDash val="soli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文本框 21"/>
          <p:cNvSpPr txBox="1"/>
          <p:nvPr/>
        </p:nvSpPr>
        <p:spPr>
          <a:xfrm>
            <a:off x="5299075" y="4903470"/>
            <a:ext cx="517525" cy="245110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p>
            <a:pPr algn="l"/>
            <a:r>
              <a:rPr lang="en-US" altLang="zh-CN" sz="1000">
                <a:solidFill>
                  <a:srgbClr val="FF0000"/>
                </a:solidFill>
                <a:latin typeface="+mj-ea"/>
                <a:ea typeface="+mj-ea"/>
              </a:rPr>
              <a:t>pass</a:t>
            </a:r>
            <a:endParaRPr lang="en-US" altLang="zh-CN" sz="1000">
              <a:solidFill>
                <a:srgbClr val="FF0000"/>
              </a:solidFill>
              <a:latin typeface="+mj-ea"/>
              <a:ea typeface="+mj-ea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4439285" y="4430395"/>
            <a:ext cx="459105" cy="275590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p>
            <a:pPr algn="l"/>
            <a:r>
              <a:rPr lang="en-US" altLang="zh-CN" sz="1200">
                <a:solidFill>
                  <a:srgbClr val="00B050"/>
                </a:solidFill>
                <a:latin typeface="+mj-ea"/>
                <a:ea typeface="+mj-ea"/>
              </a:rPr>
              <a:t>fail</a:t>
            </a:r>
            <a:endParaRPr lang="en-US" altLang="zh-CN" sz="1200">
              <a:solidFill>
                <a:srgbClr val="00B050"/>
              </a:solidFill>
              <a:latin typeface="+mj-ea"/>
              <a:ea typeface="+mj-ea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4259580" y="2574925"/>
            <a:ext cx="840105" cy="245110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10000"/>
              </a:schemeClr>
            </a:solidFill>
          </a:ln>
        </p:spPr>
        <p:txBody>
          <a:bodyPr wrap="square" rtlCol="0">
            <a:spAutoFit/>
          </a:bodyPr>
          <a:p>
            <a:pPr algn="ctr"/>
            <a:r>
              <a:rPr lang="en-US" altLang="zh-CN" sz="1000"/>
              <a:t>D3000=1</a:t>
            </a:r>
            <a:endParaRPr lang="en-US" altLang="zh-CN" sz="1000"/>
          </a:p>
        </p:txBody>
      </p:sp>
      <p:sp>
        <p:nvSpPr>
          <p:cNvPr id="31" name="文本框 30"/>
          <p:cNvSpPr txBox="1"/>
          <p:nvPr/>
        </p:nvSpPr>
        <p:spPr>
          <a:xfrm>
            <a:off x="1562100" y="2256155"/>
            <a:ext cx="244475" cy="953135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10000"/>
              </a:schemeClr>
            </a:solidFill>
          </a:ln>
        </p:spPr>
        <p:txBody>
          <a:bodyPr wrap="square" rtlCol="0">
            <a:spAutoFit/>
          </a:bodyPr>
          <a:p>
            <a:pPr algn="ctr"/>
            <a:r>
              <a:rPr lang="zh-CN" altLang="en-US" sz="1400"/>
              <a:t>允许组装</a:t>
            </a:r>
            <a:endParaRPr lang="zh-CN" altLang="en-US" sz="1400"/>
          </a:p>
        </p:txBody>
      </p:sp>
      <p:cxnSp>
        <p:nvCxnSpPr>
          <p:cNvPr id="12" name="直接箭头连接符 11"/>
          <p:cNvCxnSpPr/>
          <p:nvPr/>
        </p:nvCxnSpPr>
        <p:spPr>
          <a:xfrm flipV="1">
            <a:off x="5881370" y="934720"/>
            <a:ext cx="467360" cy="10160"/>
          </a:xfrm>
          <a:prstGeom prst="straightConnector1">
            <a:avLst/>
          </a:prstGeom>
          <a:ln w="28575" cmpd="sng">
            <a:solidFill>
              <a:schemeClr val="accent6">
                <a:lumMod val="75000"/>
              </a:schemeClr>
            </a:solidFill>
            <a:prstDash val="soli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文本框 19"/>
          <p:cNvSpPr txBox="1"/>
          <p:nvPr/>
        </p:nvSpPr>
        <p:spPr>
          <a:xfrm>
            <a:off x="2155825" y="4627880"/>
            <a:ext cx="459105" cy="275590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p>
            <a:pPr algn="l"/>
            <a:r>
              <a:rPr lang="en-US" altLang="zh-CN" sz="1200">
                <a:solidFill>
                  <a:srgbClr val="FF0000"/>
                </a:solidFill>
                <a:latin typeface="+mj-ea"/>
                <a:ea typeface="+mj-ea"/>
              </a:rPr>
              <a:t>fail</a:t>
            </a:r>
            <a:endParaRPr lang="en-US" altLang="zh-CN" sz="1200">
              <a:solidFill>
                <a:srgbClr val="FF0000"/>
              </a:solidFill>
              <a:latin typeface="+mj-ea"/>
              <a:ea typeface="+mj-ea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1425575" y="4294505"/>
            <a:ext cx="517525" cy="245110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p>
            <a:pPr algn="l"/>
            <a:r>
              <a:rPr lang="en-US" altLang="zh-CN" sz="1000">
                <a:solidFill>
                  <a:srgbClr val="00B050"/>
                </a:solidFill>
                <a:latin typeface="+mj-ea"/>
                <a:ea typeface="+mj-ea"/>
              </a:rPr>
              <a:t>pass</a:t>
            </a:r>
            <a:endParaRPr lang="en-US" altLang="zh-CN" sz="1000">
              <a:solidFill>
                <a:srgbClr val="00B050"/>
              </a:solidFill>
              <a:latin typeface="+mj-ea"/>
              <a:ea typeface="+mj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401320" y="405130"/>
            <a:ext cx="11389995" cy="605790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algn="l">
              <a:lnSpc>
                <a:spcPct val="200000"/>
              </a:lnSpc>
            </a:pPr>
            <a:r>
              <a:rPr lang="zh-CN" altLang="en-US" sz="2000">
                <a:sym typeface="+mn-ea"/>
              </a:rPr>
              <a:t>业务流程解读：</a:t>
            </a:r>
            <a:br>
              <a:rPr lang="en-US" altLang="zh-CN" sz="2000">
                <a:sym typeface="+mn-ea"/>
              </a:rPr>
            </a:br>
            <a:r>
              <a:rPr lang="en-US" altLang="zh-CN" sz="2000">
                <a:sym typeface="+mn-ea"/>
              </a:rPr>
              <a:t>1</a:t>
            </a:r>
            <a:r>
              <a:rPr lang="zh-CN" altLang="en-US" sz="2000">
                <a:sym typeface="+mn-ea"/>
              </a:rPr>
              <a:t>、</a:t>
            </a:r>
            <a:r>
              <a:rPr lang="en-US" altLang="zh-CN" sz="2000">
                <a:sym typeface="+mn-ea"/>
              </a:rPr>
              <a:t>TCP1</a:t>
            </a:r>
            <a:r>
              <a:rPr lang="zh-CN" altLang="en-US" sz="2000">
                <a:sym typeface="+mn-ea"/>
              </a:rPr>
              <a:t>扫码枪</a:t>
            </a:r>
            <a:r>
              <a:rPr lang="en-US" altLang="zh-CN" sz="2000">
                <a:sym typeface="+mn-ea"/>
              </a:rPr>
              <a:t>1</a:t>
            </a:r>
            <a:r>
              <a:rPr lang="zh-CN" altLang="en-US" sz="2000">
                <a:sym typeface="+mn-ea"/>
              </a:rPr>
              <a:t>扫入产品码</a:t>
            </a:r>
            <a:r>
              <a:rPr lang="en-US" altLang="zh-CN" sz="2000">
                <a:sym typeface="+mn-ea"/>
              </a:rPr>
              <a:t>SFC</a:t>
            </a:r>
            <a:r>
              <a:rPr lang="zh-CN" altLang="en-US" sz="2000">
                <a:sym typeface="+mn-ea"/>
              </a:rPr>
              <a:t>➔</a:t>
            </a:r>
            <a:r>
              <a:rPr lang="en-US" altLang="zh-CN" sz="2000">
                <a:sym typeface="+mn-ea"/>
              </a:rPr>
              <a:t>2</a:t>
            </a:r>
            <a:r>
              <a:rPr lang="zh-CN" altLang="en-US" sz="2000">
                <a:sym typeface="+mn-ea"/>
              </a:rPr>
              <a:t>、调用</a:t>
            </a:r>
            <a:r>
              <a:rPr lang="en-US" altLang="zh-CN" sz="2000">
                <a:sym typeface="+mn-ea"/>
              </a:rPr>
              <a:t>start</a:t>
            </a:r>
            <a:r>
              <a:rPr lang="zh-CN" altLang="en-US" sz="2000">
                <a:sym typeface="+mn-ea"/>
              </a:rPr>
              <a:t>接口根据返回结果</a:t>
            </a:r>
            <a:r>
              <a:rPr lang="en-US" altLang="zh-CN" sz="2000">
                <a:sym typeface="+mn-ea"/>
              </a:rPr>
              <a:t>PASS(</a:t>
            </a:r>
            <a:r>
              <a:rPr kumimoji="1" lang="zh-CN" altLang="en-US" sz="2000" dirty="0" smtClean="0">
                <a:latin typeface="+mj-ea"/>
                <a:ea typeface="+mj-ea"/>
                <a:sym typeface="+mn-ea"/>
              </a:rPr>
              <a:t>欧姆龙</a:t>
            </a:r>
            <a:r>
              <a:rPr lang="en-US" altLang="zh-CN" sz="2000">
                <a:sym typeface="+mn-ea"/>
              </a:rPr>
              <a:t>PLC1</a:t>
            </a:r>
            <a:r>
              <a:rPr lang="zh-CN" altLang="en-US" sz="2000">
                <a:sym typeface="+mn-ea"/>
              </a:rPr>
              <a:t>寄存器地址</a:t>
            </a:r>
            <a:r>
              <a:rPr lang="en-US" altLang="zh-CN" sz="2000">
                <a:sym typeface="+mn-ea"/>
              </a:rPr>
              <a:t>D3010</a:t>
            </a:r>
            <a:r>
              <a:rPr lang="zh-CN" altLang="en-US" sz="2000">
                <a:sym typeface="+mn-ea"/>
              </a:rPr>
              <a:t>写入值</a:t>
            </a:r>
            <a:r>
              <a:rPr lang="en-US" altLang="zh-CN" sz="2000">
                <a:sym typeface="+mn-ea"/>
              </a:rPr>
              <a:t>1)/FAIL(D3010=2 </a:t>
            </a:r>
            <a:r>
              <a:rPr lang="zh-CN" altLang="en-US" sz="2000">
                <a:sym typeface="+mn-ea"/>
              </a:rPr>
              <a:t>业务流程终止</a:t>
            </a:r>
            <a:r>
              <a:rPr lang="en-US" altLang="zh-CN" sz="2000">
                <a:sym typeface="+mn-ea"/>
              </a:rPr>
              <a:t> </a:t>
            </a:r>
            <a:r>
              <a:rPr lang="zh-CN" altLang="en-US" sz="2000">
                <a:sym typeface="+mn-ea"/>
              </a:rPr>
              <a:t>表示不可组装</a:t>
            </a:r>
            <a:r>
              <a:rPr lang="en-US" altLang="zh-CN" sz="2000">
                <a:sym typeface="+mn-ea"/>
              </a:rPr>
              <a:t>)</a:t>
            </a:r>
            <a:r>
              <a:rPr lang="zh-CN" altLang="en-US" sz="2000">
                <a:sym typeface="+mn-ea"/>
              </a:rPr>
              <a:t>、网络异常等➔</a:t>
            </a:r>
            <a:r>
              <a:rPr lang="en-US" altLang="zh-CN" sz="2000">
                <a:sym typeface="+mn-ea"/>
              </a:rPr>
              <a:t>3</a:t>
            </a:r>
            <a:r>
              <a:rPr lang="zh-CN" altLang="en-US" sz="2000">
                <a:sym typeface="+mn-ea"/>
              </a:rPr>
              <a:t>、监控</a:t>
            </a:r>
            <a:r>
              <a:rPr kumimoji="1" lang="zh-CN" altLang="en-US" sz="2000" dirty="0" smtClean="0">
                <a:latin typeface="+mj-ea"/>
                <a:ea typeface="+mj-ea"/>
                <a:sym typeface="+mn-ea"/>
              </a:rPr>
              <a:t>欧姆龙</a:t>
            </a:r>
            <a:r>
              <a:rPr lang="en-US" altLang="zh-CN" sz="2000">
                <a:sym typeface="+mn-ea"/>
              </a:rPr>
              <a:t>PLC1 D3003=1 TCP2</a:t>
            </a:r>
            <a:r>
              <a:rPr lang="zh-CN" altLang="en-US" sz="2000">
                <a:sym typeface="+mn-ea"/>
              </a:rPr>
              <a:t>发送命令</a:t>
            </a:r>
            <a:r>
              <a:rPr lang="en-US" altLang="zh-CN" sz="2000">
                <a:sym typeface="+mn-ea"/>
              </a:rPr>
              <a:t>T </a:t>
            </a:r>
            <a:r>
              <a:rPr lang="zh-CN" altLang="en-US" sz="2000">
                <a:sym typeface="+mn-ea"/>
              </a:rPr>
              <a:t>给</a:t>
            </a:r>
            <a:r>
              <a:rPr lang="en-US" altLang="zh-CN" sz="2000">
                <a:sym typeface="+mn-ea"/>
              </a:rPr>
              <a:t>TCP</a:t>
            </a:r>
            <a:r>
              <a:rPr lang="zh-CN" altLang="en-US" sz="2000">
                <a:sym typeface="+mn-ea"/>
              </a:rPr>
              <a:t>扫码枪</a:t>
            </a:r>
            <a:r>
              <a:rPr lang="en-US" altLang="zh-CN" sz="2000">
                <a:sym typeface="+mn-ea"/>
              </a:rPr>
              <a:t>2</a:t>
            </a:r>
            <a:r>
              <a:rPr lang="zh-CN" altLang="en-US" sz="2000">
                <a:sym typeface="+mn-ea"/>
              </a:rPr>
              <a:t>表示开始扫码➔</a:t>
            </a:r>
            <a:r>
              <a:rPr lang="en-US" altLang="zh-CN" sz="2000">
                <a:sym typeface="+mn-ea"/>
              </a:rPr>
              <a:t>4</a:t>
            </a:r>
            <a:r>
              <a:rPr lang="zh-CN" altLang="en-US" sz="2000">
                <a:sym typeface="+mn-ea"/>
              </a:rPr>
              <a:t>、调用</a:t>
            </a:r>
            <a:r>
              <a:rPr sz="2000">
                <a:latin typeface="+mj-ea"/>
                <a:ea typeface="+mj-ea"/>
                <a:sym typeface="+mn-ea"/>
              </a:rPr>
              <a:t>GetSfcKey</a:t>
            </a:r>
            <a:endParaRPr sz="2000">
              <a:latin typeface="+mj-ea"/>
              <a:ea typeface="+mj-ea"/>
            </a:endParaRPr>
          </a:p>
          <a:p>
            <a:pPr algn="l">
              <a:lnSpc>
                <a:spcPct val="200000"/>
              </a:lnSpc>
            </a:pPr>
            <a:r>
              <a:rPr lang="zh-CN" sz="2000">
                <a:latin typeface="+mj-ea"/>
                <a:ea typeface="+mj-ea"/>
                <a:sym typeface="+mn-ea"/>
              </a:rPr>
              <a:t>校验小件码是否唯一</a:t>
            </a:r>
            <a:r>
              <a:rPr lang="en-US" altLang="zh-CN" sz="2000">
                <a:latin typeface="+mj-ea"/>
                <a:ea typeface="+mj-ea"/>
                <a:sym typeface="+mn-ea"/>
              </a:rPr>
              <a:t> </a:t>
            </a:r>
            <a:r>
              <a:rPr lang="zh-CN" altLang="en-US" sz="2000">
                <a:latin typeface="+mj-ea"/>
                <a:ea typeface="+mj-ea"/>
                <a:sym typeface="+mn-ea"/>
              </a:rPr>
              <a:t>返回结果</a:t>
            </a:r>
            <a:r>
              <a:rPr lang="en-US" altLang="zh-CN" sz="2000">
                <a:latin typeface="+mj-ea"/>
                <a:ea typeface="+mj-ea"/>
                <a:sym typeface="+mn-ea"/>
              </a:rPr>
              <a:t>FAIL(D3000</a:t>
            </a:r>
            <a:r>
              <a:rPr lang="zh-CN" altLang="en-US" sz="2000">
                <a:latin typeface="+mj-ea"/>
                <a:ea typeface="+mj-ea"/>
                <a:sym typeface="+mn-ea"/>
              </a:rPr>
              <a:t>写</a:t>
            </a:r>
            <a:r>
              <a:rPr lang="en-US" altLang="zh-CN" sz="2000">
                <a:latin typeface="+mj-ea"/>
                <a:ea typeface="+mj-ea"/>
                <a:sym typeface="+mn-ea"/>
              </a:rPr>
              <a:t>1)</a:t>
            </a:r>
            <a:r>
              <a:rPr lang="zh-CN" altLang="en-US" sz="2000">
                <a:latin typeface="+mj-ea"/>
                <a:ea typeface="+mj-ea"/>
                <a:sym typeface="+mn-ea"/>
              </a:rPr>
              <a:t>或</a:t>
            </a:r>
            <a:r>
              <a:rPr lang="en-US" altLang="zh-CN" sz="2000">
                <a:latin typeface="+mj-ea"/>
                <a:ea typeface="+mj-ea"/>
                <a:sym typeface="+mn-ea"/>
              </a:rPr>
              <a:t>PASS(D3000</a:t>
            </a:r>
            <a:r>
              <a:rPr lang="zh-CN" altLang="en-US" sz="2000">
                <a:latin typeface="+mj-ea"/>
                <a:ea typeface="+mj-ea"/>
                <a:sym typeface="+mn-ea"/>
              </a:rPr>
              <a:t>写</a:t>
            </a:r>
            <a:r>
              <a:rPr lang="en-US" altLang="zh-CN" sz="2000">
                <a:latin typeface="+mj-ea"/>
                <a:ea typeface="+mj-ea"/>
                <a:sym typeface="+mn-ea"/>
              </a:rPr>
              <a:t>2</a:t>
            </a:r>
            <a:r>
              <a:rPr lang="zh-CN" altLang="en-US" sz="2000">
                <a:latin typeface="+mj-ea"/>
                <a:ea typeface="+mj-ea"/>
                <a:sym typeface="+mn-ea"/>
              </a:rPr>
              <a:t>不可组装流程终止</a:t>
            </a:r>
            <a:r>
              <a:rPr lang="en-US" altLang="zh-CN" sz="2000">
                <a:latin typeface="+mj-ea"/>
                <a:ea typeface="+mj-ea"/>
                <a:sym typeface="+mn-ea"/>
              </a:rPr>
              <a:t>)</a:t>
            </a:r>
            <a:r>
              <a:rPr lang="zh-CN" altLang="en-US" sz="2000">
                <a:sym typeface="+mn-ea"/>
              </a:rPr>
              <a:t>➔</a:t>
            </a:r>
            <a:r>
              <a:rPr lang="en-US" altLang="zh-CN" sz="2000">
                <a:latin typeface="+mj-ea"/>
                <a:ea typeface="+mj-ea"/>
                <a:sym typeface="+mn-ea"/>
              </a:rPr>
              <a:t>5</a:t>
            </a:r>
            <a:r>
              <a:rPr lang="zh-CN" altLang="en-US" sz="2000">
                <a:latin typeface="+mj-ea"/>
                <a:ea typeface="+mj-ea"/>
                <a:sym typeface="+mn-ea"/>
              </a:rPr>
              <a:t>、</a:t>
            </a:r>
            <a:r>
              <a:rPr lang="en-US" altLang="zh-CN" sz="2000">
                <a:latin typeface="+mj-ea"/>
                <a:ea typeface="+mj-ea"/>
                <a:sym typeface="+mn-ea"/>
              </a:rPr>
              <a:t>(</a:t>
            </a:r>
            <a:r>
              <a:rPr kumimoji="1" lang="zh-CN" altLang="en-US" sz="2000" dirty="0" smtClean="0">
                <a:latin typeface="+mj-ea"/>
                <a:ea typeface="+mj-ea"/>
                <a:sym typeface="+mn-ea"/>
              </a:rPr>
              <a:t>欧姆龙</a:t>
            </a:r>
            <a:r>
              <a:rPr lang="en-US" altLang="zh-CN" sz="2000">
                <a:latin typeface="+mj-ea"/>
                <a:ea typeface="+mj-ea"/>
                <a:sym typeface="+mn-ea"/>
              </a:rPr>
              <a:t>PLC2)</a:t>
            </a:r>
            <a:r>
              <a:rPr lang="zh-CN" altLang="en-US" sz="2000">
                <a:latin typeface="+mj-ea"/>
                <a:ea typeface="+mj-ea"/>
                <a:sym typeface="+mn-ea"/>
              </a:rPr>
              <a:t>实时监控寄存器</a:t>
            </a:r>
            <a:r>
              <a:rPr lang="en-US" altLang="zh-CN" sz="2000">
                <a:latin typeface="+mj-ea"/>
                <a:ea typeface="+mj-ea"/>
                <a:sym typeface="+mn-ea"/>
              </a:rPr>
              <a:t>D3005=1</a:t>
            </a:r>
            <a:r>
              <a:rPr lang="zh-CN" altLang="en-US" sz="2000">
                <a:latin typeface="+mj-ea"/>
                <a:ea typeface="+mj-ea"/>
                <a:sym typeface="+mn-ea"/>
              </a:rPr>
              <a:t>开始压合读取后重置</a:t>
            </a:r>
            <a:r>
              <a:rPr lang="en-US" altLang="zh-CN" sz="2000">
                <a:latin typeface="+mj-ea"/>
                <a:ea typeface="+mj-ea"/>
                <a:sym typeface="+mn-ea"/>
              </a:rPr>
              <a:t>D3005=0</a:t>
            </a:r>
            <a:r>
              <a:rPr lang="zh-CN" altLang="en-US" sz="2000">
                <a:latin typeface="+mj-ea"/>
                <a:ea typeface="+mj-ea"/>
                <a:sym typeface="+mn-ea"/>
              </a:rPr>
              <a:t>。</a:t>
            </a:r>
            <a:r>
              <a:rPr lang="zh-CN" altLang="en-US" sz="2000">
                <a:sym typeface="+mn-ea"/>
              </a:rPr>
              <a:t>➔</a:t>
            </a:r>
            <a:r>
              <a:rPr lang="en-US" altLang="zh-CN" sz="2000">
                <a:latin typeface="+mj-ea"/>
                <a:ea typeface="+mj-ea"/>
                <a:sym typeface="+mn-ea"/>
              </a:rPr>
              <a:t>6</a:t>
            </a:r>
            <a:r>
              <a:rPr lang="zh-CN" altLang="en-US" sz="2000">
                <a:latin typeface="+mj-ea"/>
                <a:ea typeface="+mj-ea"/>
                <a:sym typeface="+mn-ea"/>
              </a:rPr>
              <a:t>、</a:t>
            </a:r>
            <a:r>
              <a:rPr lang="en-US" altLang="zh-CN" sz="2000">
                <a:latin typeface="+mj-ea"/>
                <a:ea typeface="+mj-ea"/>
                <a:sym typeface="+mn-ea"/>
              </a:rPr>
              <a:t>(PLC2)</a:t>
            </a:r>
            <a:r>
              <a:rPr lang="zh-CN" altLang="en-US" sz="2000">
                <a:latin typeface="+mj-ea"/>
                <a:ea typeface="+mj-ea"/>
                <a:sym typeface="+mn-ea"/>
              </a:rPr>
              <a:t>监控</a:t>
            </a:r>
            <a:r>
              <a:rPr lang="en-US" altLang="zh-CN" sz="2000">
                <a:latin typeface="+mj-ea"/>
                <a:ea typeface="+mj-ea"/>
                <a:sym typeface="+mn-ea"/>
              </a:rPr>
              <a:t>D3007=1</a:t>
            </a:r>
            <a:r>
              <a:rPr lang="zh-CN" altLang="en-US" sz="2000">
                <a:latin typeface="+mj-ea"/>
                <a:ea typeface="+mj-ea"/>
                <a:sym typeface="+mn-ea"/>
              </a:rPr>
              <a:t>表示完成压合，使用后重置值为</a:t>
            </a:r>
            <a:r>
              <a:rPr lang="en-US" altLang="zh-CN" sz="2000">
                <a:latin typeface="+mj-ea"/>
                <a:ea typeface="+mj-ea"/>
                <a:sym typeface="+mn-ea"/>
              </a:rPr>
              <a:t>0</a:t>
            </a:r>
            <a:r>
              <a:rPr lang="zh-CN" altLang="en-US" sz="2000">
                <a:latin typeface="+mj-ea"/>
                <a:ea typeface="+mj-ea"/>
                <a:sym typeface="+mn-ea"/>
              </a:rPr>
              <a:t>。</a:t>
            </a:r>
            <a:r>
              <a:rPr lang="zh-CN" altLang="en-US" sz="2000">
                <a:sym typeface="+mn-ea"/>
              </a:rPr>
              <a:t>➔</a:t>
            </a:r>
            <a:r>
              <a:rPr lang="en-US" altLang="zh-CN" sz="2000">
                <a:latin typeface="+mj-ea"/>
                <a:ea typeface="+mj-ea"/>
                <a:sym typeface="+mn-ea"/>
              </a:rPr>
              <a:t>7</a:t>
            </a:r>
            <a:r>
              <a:rPr lang="zh-CN" altLang="en-US" sz="2000">
                <a:latin typeface="+mj-ea"/>
                <a:ea typeface="+mj-ea"/>
                <a:sym typeface="+mn-ea"/>
              </a:rPr>
              <a:t>、</a:t>
            </a:r>
            <a:r>
              <a:rPr lang="en-US" altLang="zh-CN" sz="2000">
                <a:latin typeface="+mj-ea"/>
                <a:ea typeface="+mj-ea"/>
                <a:sym typeface="+mn-ea"/>
              </a:rPr>
              <a:t>(</a:t>
            </a:r>
            <a:r>
              <a:rPr kumimoji="1" lang="zh-CN" altLang="en-US" sz="2000" dirty="0" smtClean="0">
                <a:latin typeface="+mj-ea"/>
                <a:ea typeface="+mj-ea"/>
                <a:sym typeface="+mn-ea"/>
              </a:rPr>
              <a:t>欧姆龙</a:t>
            </a:r>
            <a:r>
              <a:rPr lang="en-US" altLang="zh-CN" sz="2000">
                <a:latin typeface="+mj-ea"/>
                <a:ea typeface="+mj-ea"/>
                <a:sym typeface="+mn-ea"/>
              </a:rPr>
              <a:t>PLC2)</a:t>
            </a:r>
            <a:r>
              <a:rPr lang="zh-CN" altLang="en-US" sz="2000">
                <a:latin typeface="+mj-ea"/>
                <a:ea typeface="+mj-ea"/>
                <a:sym typeface="+mn-ea"/>
              </a:rPr>
              <a:t>读取</a:t>
            </a:r>
            <a:r>
              <a:rPr lang="en-US" altLang="zh-CN" sz="2000">
                <a:latin typeface="+mj-ea"/>
                <a:ea typeface="+mj-ea"/>
                <a:sym typeface="+mn-ea"/>
              </a:rPr>
              <a:t>D3105</a:t>
            </a:r>
            <a:r>
              <a:rPr lang="zh-CN" altLang="en-US" sz="2000">
                <a:latin typeface="+mj-ea"/>
                <a:ea typeface="+mj-ea"/>
                <a:sym typeface="+mn-ea"/>
              </a:rPr>
              <a:t>值、</a:t>
            </a:r>
            <a:r>
              <a:rPr lang="en-US" altLang="zh-CN" sz="2000">
                <a:latin typeface="+mj-ea"/>
                <a:ea typeface="+mj-ea"/>
                <a:sym typeface="+mn-ea"/>
              </a:rPr>
              <a:t>D3107</a:t>
            </a:r>
            <a:r>
              <a:rPr lang="zh-CN" altLang="en-US" sz="2000">
                <a:latin typeface="+mj-ea"/>
                <a:ea typeface="+mj-ea"/>
                <a:sym typeface="+mn-ea"/>
              </a:rPr>
              <a:t>值作为</a:t>
            </a:r>
            <a:r>
              <a:rPr lang="en-US" altLang="zh-CN" sz="2000">
                <a:latin typeface="+mj-ea"/>
                <a:ea typeface="+mj-ea"/>
                <a:sym typeface="+mn-ea"/>
              </a:rPr>
              <a:t> TestDataCollect2MainChild </a:t>
            </a:r>
            <a:r>
              <a:rPr lang="zh-CN" altLang="en-US" sz="2000">
                <a:latin typeface="+mj-ea"/>
                <a:ea typeface="+mj-ea"/>
                <a:sym typeface="+mn-ea"/>
              </a:rPr>
              <a:t>参数值。</a:t>
            </a:r>
            <a:r>
              <a:rPr lang="zh-CN" altLang="en-US" sz="2000">
                <a:sym typeface="+mn-ea"/>
              </a:rPr>
              <a:t>➔</a:t>
            </a:r>
            <a:r>
              <a:rPr lang="en-US" altLang="zh-CN" sz="2000">
                <a:latin typeface="+mj-ea"/>
                <a:ea typeface="+mj-ea"/>
                <a:sym typeface="+mn-ea"/>
              </a:rPr>
              <a:t>8</a:t>
            </a:r>
            <a:r>
              <a:rPr lang="zh-CN" altLang="en-US" sz="2000">
                <a:latin typeface="+mj-ea"/>
                <a:ea typeface="+mj-ea"/>
                <a:sym typeface="+mn-ea"/>
              </a:rPr>
              <a:t>、调用</a:t>
            </a:r>
            <a:r>
              <a:rPr lang="en-US" altLang="zh-CN" sz="2000">
                <a:latin typeface="+mj-ea"/>
                <a:ea typeface="+mj-ea"/>
                <a:sym typeface="+mn-ea"/>
              </a:rPr>
              <a:t>addsfckey</a:t>
            </a:r>
            <a:r>
              <a:rPr lang="zh-CN" altLang="en-US" sz="2000">
                <a:sym typeface="+mn-ea"/>
              </a:rPr>
              <a:t>➔</a:t>
            </a:r>
            <a:r>
              <a:rPr lang="en-US" altLang="zh-CN" sz="2000">
                <a:latin typeface="+mj-ea"/>
                <a:ea typeface="+mj-ea"/>
                <a:sym typeface="+mn-ea"/>
              </a:rPr>
              <a:t>TestDataCollect2MainChild</a:t>
            </a:r>
            <a:r>
              <a:rPr lang="zh-CN" altLang="en-US" sz="2000">
                <a:sym typeface="+mn-ea"/>
              </a:rPr>
              <a:t>➔</a:t>
            </a:r>
            <a:r>
              <a:rPr lang="en-US" altLang="zh-CN" sz="2000">
                <a:latin typeface="+mj-ea"/>
                <a:ea typeface="+mj-ea"/>
                <a:sym typeface="+mn-ea"/>
              </a:rPr>
              <a:t>complete</a:t>
            </a:r>
            <a:r>
              <a:rPr lang="zh-CN" altLang="en-US" sz="2000">
                <a:latin typeface="+mj-ea"/>
                <a:ea typeface="+mj-ea"/>
                <a:sym typeface="+mn-ea"/>
              </a:rPr>
              <a:t>流程结束</a:t>
            </a:r>
            <a:r>
              <a:rPr lang="en-US" altLang="zh-CN" sz="2000">
                <a:latin typeface="+mj-ea"/>
                <a:ea typeface="+mj-ea"/>
                <a:sym typeface="+mn-ea"/>
              </a:rPr>
              <a:t>(</a:t>
            </a:r>
            <a:r>
              <a:rPr lang="zh-CN" altLang="en-US" sz="2000">
                <a:latin typeface="+mj-ea"/>
                <a:ea typeface="+mj-ea"/>
                <a:sym typeface="+mn-ea"/>
              </a:rPr>
              <a:t>闭环</a:t>
            </a:r>
            <a:r>
              <a:rPr lang="en-US" altLang="zh-CN" sz="2000">
                <a:latin typeface="+mj-ea"/>
                <a:ea typeface="+mj-ea"/>
                <a:sym typeface="+mn-ea"/>
              </a:rPr>
              <a:t>)</a:t>
            </a:r>
            <a:r>
              <a:rPr lang="zh-CN" altLang="en-US" sz="2000">
                <a:latin typeface="+mj-ea"/>
                <a:ea typeface="+mj-ea"/>
                <a:sym typeface="+mn-ea"/>
              </a:rPr>
              <a:t>。</a:t>
            </a:r>
            <a:endParaRPr lang="zh-CN" altLang="en-US" sz="2000">
              <a:latin typeface="+mj-ea"/>
              <a:ea typeface="+mj-ea"/>
              <a:sym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文本框 4"/>
          <p:cNvSpPr txBox="1"/>
          <p:nvPr/>
        </p:nvSpPr>
        <p:spPr>
          <a:xfrm>
            <a:off x="760095" y="1264920"/>
            <a:ext cx="1066800" cy="33718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p>
            <a:r>
              <a:rPr lang="zh-CN" altLang="en-US" sz="1600">
                <a:solidFill>
                  <a:schemeClr val="tx1"/>
                </a:solidFill>
              </a:rPr>
              <a:t>小件扫码</a:t>
            </a:r>
            <a:endParaRPr lang="zh-CN" altLang="en-US" sz="1600">
              <a:solidFill>
                <a:schemeClr val="tx1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760095" y="495300"/>
            <a:ext cx="1066165" cy="33718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p>
            <a:r>
              <a:rPr lang="zh-CN" altLang="en-US" sz="1600">
                <a:solidFill>
                  <a:schemeClr val="tx1"/>
                </a:solidFill>
              </a:rPr>
              <a:t>产品扫码</a:t>
            </a:r>
            <a:endParaRPr lang="zh-CN" altLang="en-US" sz="1600">
              <a:solidFill>
                <a:schemeClr val="tx1"/>
              </a:solidFill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2232660" y="495300"/>
            <a:ext cx="3940175" cy="30670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p>
            <a:endParaRPr lang="zh-CN" altLang="en-US" sz="1400">
              <a:solidFill>
                <a:schemeClr val="tx1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232660" y="1295400"/>
            <a:ext cx="3940175" cy="30670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p>
            <a:endParaRPr lang="zh-CN" altLang="en-US" sz="1400">
              <a:solidFill>
                <a:schemeClr val="tx1"/>
              </a:solidFill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760095" y="2218690"/>
            <a:ext cx="11207115" cy="439991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p>
            <a:r>
              <a:rPr lang="zh-CN" altLang="en-US" sz="1400">
                <a:solidFill>
                  <a:schemeClr val="tx1"/>
                </a:solidFill>
              </a:rPr>
              <a:t>日志</a:t>
            </a:r>
            <a:r>
              <a:rPr lang="zh-CN" altLang="en-US" sz="1400">
                <a:solidFill>
                  <a:schemeClr val="tx1"/>
                </a:solidFill>
              </a:rPr>
              <a:t>界面</a:t>
            </a:r>
            <a:endParaRPr lang="zh-CN" altLang="en-US" sz="1400">
              <a:solidFill>
                <a:schemeClr val="tx1"/>
              </a:solidFill>
            </a:endParaRPr>
          </a:p>
          <a:p>
            <a:endParaRPr lang="zh-CN" altLang="en-US" sz="1400">
              <a:solidFill>
                <a:schemeClr val="tx1"/>
              </a:solidFill>
            </a:endParaRPr>
          </a:p>
          <a:p>
            <a:endParaRPr lang="zh-CN" altLang="en-US" sz="1400">
              <a:solidFill>
                <a:schemeClr val="tx1"/>
              </a:solidFill>
            </a:endParaRPr>
          </a:p>
          <a:p>
            <a:endParaRPr lang="zh-CN" altLang="en-US" sz="1400">
              <a:solidFill>
                <a:schemeClr val="tx1"/>
              </a:solidFill>
            </a:endParaRPr>
          </a:p>
          <a:p>
            <a:endParaRPr lang="zh-CN" altLang="en-US" sz="1400">
              <a:solidFill>
                <a:schemeClr val="tx1"/>
              </a:solidFill>
            </a:endParaRPr>
          </a:p>
          <a:p>
            <a:endParaRPr lang="zh-CN" altLang="en-US" sz="1400">
              <a:solidFill>
                <a:schemeClr val="tx1"/>
              </a:solidFill>
            </a:endParaRPr>
          </a:p>
          <a:p>
            <a:endParaRPr lang="zh-CN" altLang="en-US" sz="1400">
              <a:solidFill>
                <a:schemeClr val="tx1"/>
              </a:solidFill>
            </a:endParaRPr>
          </a:p>
          <a:p>
            <a:endParaRPr lang="zh-CN" altLang="en-US" sz="1400">
              <a:solidFill>
                <a:schemeClr val="tx1"/>
              </a:solidFill>
            </a:endParaRPr>
          </a:p>
          <a:p>
            <a:endParaRPr lang="zh-CN" altLang="en-US" sz="1400">
              <a:solidFill>
                <a:schemeClr val="tx1"/>
              </a:solidFill>
            </a:endParaRPr>
          </a:p>
          <a:p>
            <a:endParaRPr lang="zh-CN" altLang="en-US" sz="1400">
              <a:solidFill>
                <a:schemeClr val="tx1"/>
              </a:solidFill>
            </a:endParaRPr>
          </a:p>
          <a:p>
            <a:endParaRPr lang="zh-CN" altLang="en-US" sz="1400">
              <a:solidFill>
                <a:schemeClr val="tx1"/>
              </a:solidFill>
            </a:endParaRPr>
          </a:p>
          <a:p>
            <a:endParaRPr lang="zh-CN" altLang="en-US" sz="1400">
              <a:solidFill>
                <a:schemeClr val="tx1"/>
              </a:solidFill>
            </a:endParaRPr>
          </a:p>
          <a:p>
            <a:endParaRPr lang="zh-CN" altLang="en-US" sz="1400">
              <a:solidFill>
                <a:schemeClr val="tx1"/>
              </a:solidFill>
            </a:endParaRPr>
          </a:p>
          <a:p>
            <a:endParaRPr lang="zh-CN" altLang="en-US" sz="1400">
              <a:solidFill>
                <a:schemeClr val="tx1"/>
              </a:solidFill>
            </a:endParaRPr>
          </a:p>
          <a:p>
            <a:endParaRPr lang="zh-CN" altLang="en-US" sz="1400">
              <a:solidFill>
                <a:schemeClr val="tx1"/>
              </a:solidFill>
            </a:endParaRPr>
          </a:p>
          <a:p>
            <a:endParaRPr lang="zh-CN" altLang="en-US" sz="1400">
              <a:solidFill>
                <a:schemeClr val="tx1"/>
              </a:solidFill>
            </a:endParaRPr>
          </a:p>
          <a:p>
            <a:endParaRPr lang="zh-CN" altLang="en-US" sz="1400">
              <a:solidFill>
                <a:schemeClr val="tx1"/>
              </a:solidFill>
            </a:endParaRPr>
          </a:p>
          <a:p>
            <a:endParaRPr lang="zh-CN" altLang="en-US" sz="1400">
              <a:solidFill>
                <a:schemeClr val="tx1"/>
              </a:solidFill>
            </a:endParaRPr>
          </a:p>
          <a:p>
            <a:endParaRPr lang="zh-CN" altLang="en-US" sz="1400">
              <a:solidFill>
                <a:schemeClr val="tx1"/>
              </a:solidFill>
            </a:endParaRPr>
          </a:p>
          <a:p>
            <a:endParaRPr lang="zh-CN" altLang="en-US" sz="1400">
              <a:solidFill>
                <a:schemeClr val="tx1"/>
              </a:solidFill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7160260" y="495300"/>
            <a:ext cx="4806950" cy="110680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p>
            <a:pPr algn="ctr">
              <a:lnSpc>
                <a:spcPct val="110000"/>
              </a:lnSpc>
            </a:pPr>
            <a:r>
              <a:rPr lang="en-US" altLang="zh-CN" sz="6000">
                <a:solidFill>
                  <a:schemeClr val="tx1"/>
                </a:solidFill>
              </a:rPr>
              <a:t>PASS</a:t>
            </a:r>
            <a:endParaRPr lang="en-US" altLang="zh-CN" sz="600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800100" y="447675"/>
            <a:ext cx="1048004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1</a:t>
            </a:r>
            <a:r>
              <a:rPr lang="zh-CN" altLang="en-US"/>
              <a:t>、首次打开软件显示扫码枪</a:t>
            </a:r>
            <a:r>
              <a:rPr lang="en-US" altLang="zh-CN"/>
              <a:t>1</a:t>
            </a:r>
            <a:r>
              <a:rPr lang="zh-CN" altLang="en-US"/>
              <a:t>和扫码枪</a:t>
            </a:r>
            <a:r>
              <a:rPr lang="en-US" altLang="zh-CN"/>
              <a:t>2</a:t>
            </a:r>
            <a:r>
              <a:rPr lang="zh-CN" altLang="en-US"/>
              <a:t>和</a:t>
            </a:r>
            <a:r>
              <a:rPr lang="en-US" altLang="zh-CN"/>
              <a:t>PLC1</a:t>
            </a:r>
            <a:r>
              <a:rPr lang="zh-CN" altLang="en-US"/>
              <a:t>、</a:t>
            </a:r>
            <a:r>
              <a:rPr lang="en-US" altLang="zh-CN">
                <a:sym typeface="+mn-ea"/>
              </a:rPr>
              <a:t>PLC2</a:t>
            </a:r>
            <a:r>
              <a:rPr lang="zh-CN" altLang="en-US"/>
              <a:t>的连接情况，超时</a:t>
            </a:r>
            <a:r>
              <a:rPr lang="en-US" altLang="zh-CN"/>
              <a:t>20s</a:t>
            </a:r>
            <a:r>
              <a:rPr lang="zh-CN" altLang="en-US"/>
              <a:t>未连接后自动重新</a:t>
            </a:r>
            <a:r>
              <a:rPr lang="zh-CN" altLang="en-US"/>
              <a:t>连接</a:t>
            </a:r>
            <a:endParaRPr lang="zh-CN" altLang="en-US"/>
          </a:p>
          <a:p>
            <a:endParaRPr lang="zh-CN" altLang="en-US"/>
          </a:p>
        </p:txBody>
      </p:sp>
      <p:graphicFrame>
        <p:nvGraphicFramePr>
          <p:cNvPr id="2" name="对象 1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6360160" y="1216660"/>
          <a:ext cx="1363345" cy="1047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" name="" r:id="rId1" imgW="624840" imgH="480060" progId="Package">
                  <p:embed/>
                </p:oleObj>
              </mc:Choice>
              <mc:Fallback>
                <p:oleObj name="" r:id="rId1" imgW="624840" imgH="480060" progId="Package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6360160" y="1216660"/>
                        <a:ext cx="1363345" cy="10477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6365" y="882015"/>
            <a:ext cx="3467100" cy="52133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algn="l"/>
            <a:r>
              <a:rPr lang="en-US" altLang="zh-CN" sz="2800" spc="300" dirty="0" smtClean="0">
                <a:solidFill>
                  <a:schemeClr val="accent2"/>
                </a:solidFill>
              </a:rPr>
              <a:t>Start</a:t>
            </a:r>
            <a:r>
              <a:rPr lang="zh-CN" altLang="en-US" sz="2800" spc="300" dirty="0" smtClean="0">
                <a:solidFill>
                  <a:schemeClr val="accent2"/>
                </a:solidFill>
              </a:rPr>
              <a:t>接口</a:t>
            </a:r>
            <a:r>
              <a:rPr lang="en-US" altLang="zh-CN" sz="2800" spc="300" dirty="0" smtClean="0">
                <a:solidFill>
                  <a:schemeClr val="accent2"/>
                </a:solidFill>
              </a:rPr>
              <a:t>(</a:t>
            </a:r>
            <a:r>
              <a:rPr lang="en-US" altLang="zh-CN" sz="2800" spc="300" dirty="0" smtClean="0">
                <a:solidFill>
                  <a:schemeClr val="accent2"/>
                </a:solidFill>
              </a:rPr>
              <a:t>get)</a:t>
            </a:r>
            <a:endParaRPr lang="en-US" altLang="zh-CN" sz="2800" spc="300" dirty="0" smtClean="0">
              <a:solidFill>
                <a:schemeClr val="accent2"/>
              </a:solidFill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431800" y="1155700"/>
            <a:ext cx="5148580" cy="20300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zh-CN" altLang="en-US" sz="1400">
                <a:solidFill>
                  <a:schemeClr val="accent2"/>
                </a:solidFill>
              </a:rPr>
              <a:t>http://10.6.78.14/Service.action?method=Start&amp;param=</a:t>
            </a:r>
            <a:r>
              <a:rPr sz="1400">
                <a:solidFill>
                  <a:schemeClr val="accent2"/>
                </a:solidFill>
              </a:rPr>
              <a:t>{</a:t>
            </a:r>
            <a:endParaRPr sz="1400">
              <a:solidFill>
                <a:schemeClr val="accent2"/>
              </a:solidFill>
            </a:endParaRPr>
          </a:p>
          <a:p>
            <a:pPr algn="l"/>
            <a:r>
              <a:rPr sz="1400">
                <a:solidFill>
                  <a:schemeClr val="accent2"/>
                </a:solidFill>
              </a:rPr>
              <a:t>	"LOGIN_ID":"815048",</a:t>
            </a:r>
            <a:endParaRPr sz="1400">
              <a:solidFill>
                <a:schemeClr val="accent2"/>
              </a:solidFill>
            </a:endParaRPr>
          </a:p>
          <a:p>
            <a:pPr algn="l"/>
            <a:r>
              <a:rPr sz="1400">
                <a:solidFill>
                  <a:schemeClr val="accent2"/>
                </a:solidFill>
              </a:rPr>
              <a:t>	"SFC":"BHY0000006083613",</a:t>
            </a:r>
            <a:endParaRPr sz="1400">
              <a:solidFill>
                <a:schemeClr val="accent2"/>
              </a:solidFill>
            </a:endParaRPr>
          </a:p>
          <a:p>
            <a:pPr algn="l"/>
            <a:r>
              <a:rPr sz="1400">
                <a:solidFill>
                  <a:schemeClr val="accent2"/>
                </a:solidFill>
              </a:rPr>
              <a:t>	"STATION_</a:t>
            </a:r>
            <a:r>
              <a:rPr lang="en-US" sz="1400">
                <a:solidFill>
                  <a:schemeClr val="accent2"/>
                </a:solidFill>
              </a:rPr>
              <a:t>ID</a:t>
            </a:r>
            <a:r>
              <a:rPr sz="1400">
                <a:solidFill>
                  <a:schemeClr val="accent2"/>
                </a:solidFill>
              </a:rPr>
              <a:t>":"</a:t>
            </a:r>
            <a:r>
              <a:rPr lang="en-US" sz="1400">
                <a:solidFill>
                  <a:schemeClr val="accent2"/>
                </a:solidFill>
              </a:rPr>
              <a:t>5921</a:t>
            </a:r>
            <a:r>
              <a:rPr sz="1400">
                <a:solidFill>
                  <a:schemeClr val="accent2"/>
                </a:solidFill>
              </a:rPr>
              <a:t>",</a:t>
            </a:r>
            <a:endParaRPr sz="1400">
              <a:solidFill>
                <a:schemeClr val="accent2"/>
              </a:solidFill>
            </a:endParaRPr>
          </a:p>
          <a:p>
            <a:pPr algn="l"/>
            <a:r>
              <a:rPr sz="1400">
                <a:solidFill>
                  <a:schemeClr val="accent2"/>
                </a:solidFill>
              </a:rPr>
              <a:t>	"LINE":"F3-3F-Assy-C1",</a:t>
            </a:r>
            <a:endParaRPr sz="1400">
              <a:solidFill>
                <a:schemeClr val="accent2"/>
              </a:solidFill>
            </a:endParaRPr>
          </a:p>
          <a:p>
            <a:pPr algn="l"/>
            <a:r>
              <a:rPr sz="1400">
                <a:solidFill>
                  <a:schemeClr val="accent2"/>
                </a:solidFill>
              </a:rPr>
              <a:t>	"SHOPORDER":"</a:t>
            </a:r>
            <a:r>
              <a:rPr lang="en-US" sz="1400">
                <a:solidFill>
                  <a:schemeClr val="accent2"/>
                </a:solidFill>
              </a:rPr>
              <a:t>Peach_CELL_包装_星尘粉_P2</a:t>
            </a:r>
            <a:r>
              <a:rPr sz="1400">
                <a:solidFill>
                  <a:schemeClr val="accent2"/>
                </a:solidFill>
              </a:rPr>
              <a:t>",</a:t>
            </a:r>
            <a:endParaRPr sz="1400">
              <a:solidFill>
                <a:schemeClr val="accent2"/>
              </a:solidFill>
            </a:endParaRPr>
          </a:p>
          <a:p>
            <a:pPr algn="l"/>
            <a:r>
              <a:rPr sz="1400">
                <a:solidFill>
                  <a:schemeClr val="accent2"/>
                </a:solidFill>
              </a:rPr>
              <a:t>	"SCHEDULING_ID":"</a:t>
            </a:r>
            <a:r>
              <a:rPr lang="en-US" sz="1400">
                <a:solidFill>
                  <a:schemeClr val="accent2"/>
                </a:solidFill>
              </a:rPr>
              <a:t>4385</a:t>
            </a:r>
            <a:r>
              <a:rPr sz="1400">
                <a:solidFill>
                  <a:schemeClr val="accent2"/>
                </a:solidFill>
              </a:rPr>
              <a:t>",</a:t>
            </a:r>
            <a:endParaRPr sz="1400">
              <a:solidFill>
                <a:schemeClr val="accent2"/>
              </a:solidFill>
            </a:endParaRPr>
          </a:p>
          <a:p>
            <a:pPr algn="l"/>
            <a:r>
              <a:rPr sz="1400">
                <a:solidFill>
                  <a:schemeClr val="accent2"/>
                </a:solidFill>
              </a:rPr>
              <a:t>	"CLIENT_ID":"1"</a:t>
            </a:r>
            <a:endParaRPr sz="1400">
              <a:solidFill>
                <a:schemeClr val="accent2"/>
              </a:solidFill>
            </a:endParaRPr>
          </a:p>
          <a:p>
            <a:pPr algn="l"/>
            <a:r>
              <a:rPr sz="1400">
                <a:solidFill>
                  <a:schemeClr val="accent2"/>
                </a:solidFill>
              </a:rPr>
              <a:t>}</a:t>
            </a:r>
            <a:endParaRPr sz="1400">
              <a:solidFill>
                <a:schemeClr val="accent2"/>
              </a:solidFill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431800" y="3291840"/>
            <a:ext cx="3946525" cy="11988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en-US" altLang="zh-CN" sz="1200">
                <a:solidFill>
                  <a:schemeClr val="accent2"/>
                </a:solidFill>
                <a:sym typeface="+mn-ea"/>
              </a:rPr>
              <a:t>1</a:t>
            </a:r>
            <a:r>
              <a:rPr lang="zh-CN" altLang="en-US" sz="1200">
                <a:solidFill>
                  <a:schemeClr val="accent2"/>
                </a:solidFill>
                <a:sym typeface="+mn-ea"/>
              </a:rPr>
              <a:t>、LOGIN_ID对应</a:t>
            </a:r>
            <a:r>
              <a:rPr lang="en-US" altLang="zh-CN" sz="1200">
                <a:solidFill>
                  <a:schemeClr val="accent2"/>
                </a:solidFill>
                <a:sym typeface="+mn-ea"/>
              </a:rPr>
              <a:t>mes_config</a:t>
            </a:r>
            <a:r>
              <a:rPr lang="zh-CN" altLang="en-US" sz="1200">
                <a:solidFill>
                  <a:schemeClr val="accent2"/>
                </a:solidFill>
                <a:sym typeface="+mn-ea"/>
              </a:rPr>
              <a:t>里面的</a:t>
            </a:r>
            <a:r>
              <a:rPr lang="en-US" altLang="zh-CN" sz="1200">
                <a:solidFill>
                  <a:schemeClr val="accent2"/>
                </a:solidFill>
                <a:sym typeface="+mn-ea"/>
              </a:rPr>
              <a:t>LoginID</a:t>
            </a:r>
            <a:endParaRPr lang="en-US" altLang="zh-CN" sz="1200">
              <a:solidFill>
                <a:schemeClr val="accent2"/>
              </a:solidFill>
              <a:sym typeface="+mn-ea"/>
            </a:endParaRPr>
          </a:p>
          <a:p>
            <a:pPr algn="l"/>
            <a:r>
              <a:rPr lang="en-US" altLang="zh-CN" sz="1200">
                <a:solidFill>
                  <a:schemeClr val="accent2"/>
                </a:solidFill>
                <a:sym typeface="+mn-ea"/>
              </a:rPr>
              <a:t>3</a:t>
            </a:r>
            <a:r>
              <a:rPr lang="zh-CN" altLang="en-US" sz="1200">
                <a:solidFill>
                  <a:schemeClr val="accent2"/>
                </a:solidFill>
                <a:sym typeface="+mn-ea"/>
              </a:rPr>
              <a:t>、STATION_NAME对应</a:t>
            </a:r>
            <a:r>
              <a:rPr lang="en-US" altLang="zh-CN" sz="1200">
                <a:solidFill>
                  <a:schemeClr val="accent2"/>
                </a:solidFill>
                <a:sym typeface="+mn-ea"/>
              </a:rPr>
              <a:t>mes_config</a:t>
            </a:r>
            <a:r>
              <a:rPr lang="zh-CN" altLang="en-US" sz="1200">
                <a:solidFill>
                  <a:schemeClr val="accent2"/>
                </a:solidFill>
                <a:sym typeface="+mn-ea"/>
              </a:rPr>
              <a:t>里面的</a:t>
            </a:r>
            <a:r>
              <a:rPr lang="en-US" altLang="zh-CN" sz="1200">
                <a:solidFill>
                  <a:schemeClr val="accent2"/>
                </a:solidFill>
                <a:sym typeface="+mn-ea"/>
              </a:rPr>
              <a:t>Operation</a:t>
            </a:r>
            <a:endParaRPr lang="zh-CN" altLang="en-US" sz="1200">
              <a:solidFill>
                <a:schemeClr val="accent2"/>
              </a:solidFill>
              <a:sym typeface="+mn-ea"/>
            </a:endParaRPr>
          </a:p>
          <a:p>
            <a:pPr algn="l"/>
            <a:r>
              <a:rPr lang="en-US" altLang="zh-CN" sz="1200">
                <a:solidFill>
                  <a:schemeClr val="accent2"/>
                </a:solidFill>
                <a:sym typeface="+mn-ea"/>
              </a:rPr>
              <a:t>4</a:t>
            </a:r>
            <a:r>
              <a:rPr lang="zh-CN" altLang="en-US" sz="1200">
                <a:solidFill>
                  <a:schemeClr val="accent2"/>
                </a:solidFill>
                <a:sym typeface="+mn-ea"/>
              </a:rPr>
              <a:t>、LINE对应</a:t>
            </a:r>
            <a:r>
              <a:rPr lang="en-US" altLang="zh-CN" sz="1200">
                <a:solidFill>
                  <a:schemeClr val="accent2"/>
                </a:solidFill>
                <a:sym typeface="+mn-ea"/>
              </a:rPr>
              <a:t>mes_config</a:t>
            </a:r>
            <a:r>
              <a:rPr lang="zh-CN" altLang="en-US" sz="1200">
                <a:solidFill>
                  <a:schemeClr val="accent2"/>
                </a:solidFill>
                <a:sym typeface="+mn-ea"/>
              </a:rPr>
              <a:t>里面的Line</a:t>
            </a:r>
            <a:endParaRPr lang="zh-CN" altLang="en-US" sz="1200">
              <a:solidFill>
                <a:schemeClr val="accent2"/>
              </a:solidFill>
              <a:sym typeface="+mn-ea"/>
            </a:endParaRPr>
          </a:p>
          <a:p>
            <a:pPr algn="l"/>
            <a:r>
              <a:rPr lang="en-US" altLang="zh-CN" sz="1200">
                <a:solidFill>
                  <a:schemeClr val="accent2"/>
                </a:solidFill>
                <a:sym typeface="+mn-ea"/>
              </a:rPr>
              <a:t>5</a:t>
            </a:r>
            <a:r>
              <a:rPr lang="zh-CN" altLang="en-US" sz="1200">
                <a:solidFill>
                  <a:schemeClr val="accent2"/>
                </a:solidFill>
                <a:sym typeface="+mn-ea"/>
              </a:rPr>
              <a:t>、SHOPORDER对应</a:t>
            </a:r>
            <a:r>
              <a:rPr lang="en-US" altLang="zh-CN" sz="1200">
                <a:solidFill>
                  <a:schemeClr val="accent2"/>
                </a:solidFill>
                <a:sym typeface="+mn-ea"/>
              </a:rPr>
              <a:t>mes_config</a:t>
            </a:r>
            <a:r>
              <a:rPr lang="zh-CN" altLang="en-US" sz="1200">
                <a:solidFill>
                  <a:schemeClr val="accent2"/>
                </a:solidFill>
                <a:sym typeface="+mn-ea"/>
              </a:rPr>
              <a:t>里面</a:t>
            </a:r>
            <a:r>
              <a:rPr lang="en-US" altLang="zh-CN" sz="1200">
                <a:solidFill>
                  <a:schemeClr val="accent2"/>
                </a:solidFill>
                <a:sym typeface="+mn-ea"/>
              </a:rPr>
              <a:t>Resource</a:t>
            </a:r>
            <a:endParaRPr lang="en-US" altLang="zh-CN" sz="1200">
              <a:solidFill>
                <a:schemeClr val="accent2"/>
              </a:solidFill>
              <a:sym typeface="+mn-ea"/>
            </a:endParaRPr>
          </a:p>
          <a:p>
            <a:pPr algn="l"/>
            <a:r>
              <a:rPr lang="en-US" altLang="zh-CN" sz="1200">
                <a:solidFill>
                  <a:schemeClr val="accent2"/>
                </a:solidFill>
                <a:sym typeface="+mn-ea"/>
              </a:rPr>
              <a:t>6</a:t>
            </a:r>
            <a:r>
              <a:rPr lang="zh-CN" altLang="en-US" sz="1200">
                <a:solidFill>
                  <a:schemeClr val="accent2"/>
                </a:solidFill>
                <a:sym typeface="+mn-ea"/>
              </a:rPr>
              <a:t>、SCHEDULING_ID对应</a:t>
            </a:r>
            <a:r>
              <a:rPr lang="en-US" altLang="zh-CN" sz="1200">
                <a:solidFill>
                  <a:schemeClr val="accent2"/>
                </a:solidFill>
                <a:sym typeface="+mn-ea"/>
              </a:rPr>
              <a:t>mes_config</a:t>
            </a:r>
            <a:r>
              <a:rPr lang="zh-CN" altLang="en-US" sz="1200">
                <a:solidFill>
                  <a:schemeClr val="accent2"/>
                </a:solidFill>
                <a:sym typeface="+mn-ea"/>
              </a:rPr>
              <a:t>里面SchedulingID</a:t>
            </a:r>
            <a:endParaRPr lang="en-US" altLang="zh-CN" sz="1200">
              <a:solidFill>
                <a:schemeClr val="accent2"/>
              </a:solidFill>
              <a:sym typeface="+mn-ea"/>
            </a:endParaRPr>
          </a:p>
          <a:p>
            <a:pPr algn="l"/>
            <a:r>
              <a:rPr lang="en-US" altLang="zh-CN" sz="1200">
                <a:solidFill>
                  <a:schemeClr val="accent2"/>
                </a:solidFill>
                <a:sym typeface="+mn-ea"/>
              </a:rPr>
              <a:t>7</a:t>
            </a:r>
            <a:r>
              <a:rPr lang="zh-CN" altLang="en-US" sz="1200">
                <a:solidFill>
                  <a:schemeClr val="accent2"/>
                </a:solidFill>
                <a:sym typeface="+mn-ea"/>
              </a:rPr>
              <a:t>、CLIENT_ID对应</a:t>
            </a:r>
            <a:r>
              <a:rPr lang="en-US" altLang="zh-CN" sz="1200">
                <a:solidFill>
                  <a:schemeClr val="accent2"/>
                </a:solidFill>
                <a:sym typeface="+mn-ea"/>
              </a:rPr>
              <a:t>mes_config</a:t>
            </a:r>
            <a:r>
              <a:rPr lang="zh-CN" altLang="en-US" sz="1200">
                <a:solidFill>
                  <a:schemeClr val="accent2"/>
                </a:solidFill>
                <a:sym typeface="+mn-ea"/>
              </a:rPr>
              <a:t>里面ClientID</a:t>
            </a:r>
            <a:endParaRPr lang="zh-CN" altLang="en-US" sz="1200">
              <a:solidFill>
                <a:schemeClr val="accent2"/>
              </a:solidFill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07340" y="4819650"/>
            <a:ext cx="677545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1200">
                <a:solidFill>
                  <a:schemeClr val="accent2"/>
                </a:solidFill>
              </a:rPr>
              <a:t>PASS</a:t>
            </a:r>
            <a:r>
              <a:rPr lang="zh-CN" altLang="en-US" sz="1200">
                <a:solidFill>
                  <a:schemeClr val="accent2"/>
                </a:solidFill>
              </a:rPr>
              <a:t>返回</a:t>
            </a:r>
            <a:r>
              <a:rPr lang="en-US" altLang="zh-CN" sz="1200">
                <a:solidFill>
                  <a:schemeClr val="accent2"/>
                </a:solidFill>
              </a:rPr>
              <a:t>:</a:t>
            </a:r>
            <a:endParaRPr lang="en-US" altLang="zh-CN" sz="1200">
              <a:solidFill>
                <a:schemeClr val="accent2"/>
              </a:solidFill>
            </a:endParaRPr>
          </a:p>
          <a:p>
            <a:r>
              <a:rPr lang="zh-CN" altLang="en-US" sz="1200"/>
              <a:t>{"RESULT":"PASS",</a:t>
            </a:r>
            <a:r>
              <a:rPr lang="zh-CN" altLang="en-US" sz="1200">
                <a:solidFill>
                  <a:schemeClr val="accent2"/>
                </a:solidFill>
              </a:rPr>
              <a:t>"MESSAGE":"PASS","SERVICE_RUNTIME":10,"IP_ADDRESS":"10.76.78.174","TIME":"2023-10-25 14:39:26.646","SERVER_IP":"10.6.79.214"}</a:t>
            </a:r>
            <a:endParaRPr lang="zh-CN" altLang="en-US" sz="1200">
              <a:solidFill>
                <a:schemeClr val="accent2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93040" y="5608955"/>
            <a:ext cx="6889750" cy="10147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1200">
                <a:solidFill>
                  <a:schemeClr val="accent2"/>
                </a:solidFill>
              </a:rPr>
              <a:t>FAIL</a:t>
            </a:r>
            <a:r>
              <a:rPr lang="zh-CN" altLang="en-US" sz="1200">
                <a:solidFill>
                  <a:schemeClr val="accent2"/>
                </a:solidFill>
              </a:rPr>
              <a:t>返回</a:t>
            </a:r>
            <a:r>
              <a:rPr lang="en-US" altLang="zh-CN" sz="1200">
                <a:solidFill>
                  <a:schemeClr val="accent2"/>
                </a:solidFill>
              </a:rPr>
              <a:t>:</a:t>
            </a:r>
            <a:endParaRPr lang="en-US" altLang="zh-CN" sz="1200">
              <a:solidFill>
                <a:schemeClr val="accent2"/>
              </a:solidFill>
            </a:endParaRPr>
          </a:p>
          <a:p>
            <a:r>
              <a:rPr lang="zh-CN" altLang="en-US" sz="1200">
                <a:solidFill>
                  <a:schemeClr val="accent2"/>
                </a:solidFill>
              </a:rPr>
              <a:t>{"</a:t>
            </a:r>
            <a:r>
              <a:rPr lang="zh-CN" altLang="en-US" sz="1200">
                <a:solidFill>
                  <a:schemeClr val="accent1"/>
                </a:solidFill>
              </a:rPr>
              <a:t>RESULT":"FAIL</a:t>
            </a:r>
            <a:r>
              <a:rPr lang="zh-CN" altLang="en-US" sz="1200">
                <a:solidFill>
                  <a:schemeClr val="accent2"/>
                </a:solidFill>
              </a:rPr>
              <a:t>","</a:t>
            </a:r>
            <a:r>
              <a:rPr lang="zh-CN" altLang="en-US" sz="1200">
                <a:solidFill>
                  <a:schemeClr val="accent1"/>
                </a:solidFill>
              </a:rPr>
              <a:t>MESSAGE":"登录超时,请重新登录! </a:t>
            </a:r>
            <a:r>
              <a:rPr lang="zh-CN" altLang="en-US" sz="1200">
                <a:solidFill>
                  <a:schemeClr val="accent2"/>
                </a:solidFill>
              </a:rPr>
              <a:t>10.6.79.38:80","CODE":1,"SERVICE_RUNTIME":1,"IP_ADDRESS":"10.76.78.174","TIME":"2023-10-25 15:33:42.657","SERVER_IP":"10.6.79.38"}</a:t>
            </a:r>
            <a:endParaRPr lang="zh-CN" altLang="en-US" sz="1200">
              <a:solidFill>
                <a:schemeClr val="accent2"/>
              </a:solidFill>
            </a:endParaRPr>
          </a:p>
          <a:p>
            <a:r>
              <a:rPr lang="en-US" altLang="zh-CN" sz="1200">
                <a:solidFill>
                  <a:schemeClr val="accent2"/>
                </a:solidFill>
                <a:sym typeface="+mn-ea"/>
              </a:rPr>
              <a:t>FAIL</a:t>
            </a:r>
            <a:r>
              <a:rPr lang="zh-CN" altLang="en-US" sz="1200">
                <a:solidFill>
                  <a:schemeClr val="accent2"/>
                </a:solidFill>
                <a:sym typeface="+mn-ea"/>
              </a:rPr>
              <a:t>返回要把"MESSAGE"内容显示到软件</a:t>
            </a:r>
            <a:r>
              <a:rPr lang="zh-CN" altLang="en-US" sz="1200">
                <a:solidFill>
                  <a:schemeClr val="accent2"/>
                </a:solidFill>
                <a:sym typeface="+mn-ea"/>
              </a:rPr>
              <a:t>界面</a:t>
            </a:r>
            <a:endParaRPr lang="zh-CN" altLang="en-US" sz="1200">
              <a:solidFill>
                <a:schemeClr val="accent2"/>
              </a:solidFill>
              <a:sym typeface="+mn-ea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73695" y="896620"/>
            <a:ext cx="3714750" cy="5543550"/>
          </a:xfrm>
          <a:prstGeom prst="rect">
            <a:avLst/>
          </a:prstGeom>
          <a:ln>
            <a:solidFill>
              <a:srgbClr val="081148"/>
            </a:solidFill>
          </a:ln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algn="l"/>
            <a:r>
              <a:rPr lang="zh-CN" altLang="en-US">
                <a:solidFill>
                  <a:schemeClr val="accent2"/>
                </a:solidFill>
                <a:sym typeface="+mn-ea"/>
              </a:rPr>
              <a:t>GetSfcKey</a:t>
            </a:r>
            <a:r>
              <a:rPr lang="zh-CN" altLang="en-US" sz="2800" spc="300" dirty="0" smtClean="0">
                <a:solidFill>
                  <a:schemeClr val="accent2"/>
                </a:solidFill>
              </a:rPr>
              <a:t>接口</a:t>
            </a:r>
            <a:r>
              <a:rPr lang="en-US" altLang="zh-CN" sz="2800" spc="300" dirty="0" smtClean="0">
                <a:solidFill>
                  <a:schemeClr val="accent2"/>
                </a:solidFill>
              </a:rPr>
              <a:t>(</a:t>
            </a:r>
            <a:r>
              <a:rPr lang="en-US" altLang="zh-CN" sz="2800" spc="300" dirty="0" smtClean="0">
                <a:solidFill>
                  <a:schemeClr val="accent2"/>
                </a:solidFill>
              </a:rPr>
              <a:t>get)</a:t>
            </a:r>
            <a:endParaRPr lang="en-US" altLang="zh-CN" sz="2800" spc="300" dirty="0" smtClean="0">
              <a:solidFill>
                <a:schemeClr val="accent2"/>
              </a:solidFill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431800" y="1155700"/>
            <a:ext cx="5148580" cy="9531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zh-CN" altLang="en-US" sz="1400">
                <a:solidFill>
                  <a:schemeClr val="accent2"/>
                </a:solidFill>
                <a:sym typeface="+mn-ea"/>
              </a:rPr>
              <a:t>http://10.6.78.14/Service.action?method=GetSfcKey&amp;param= {"LOGIN_ID": "</a:t>
            </a:r>
            <a:r>
              <a:rPr lang="zh-CN" altLang="en-US" sz="1400">
                <a:solidFill>
                  <a:schemeClr val="accent2"/>
                </a:solidFill>
                <a:sym typeface="+mn-ea"/>
              </a:rPr>
              <a:t>5110728</a:t>
            </a:r>
            <a:r>
              <a:rPr lang="zh-CN" altLang="en-US" sz="1400">
                <a:solidFill>
                  <a:schemeClr val="accent2"/>
                </a:solidFill>
                <a:sym typeface="+mn-ea"/>
              </a:rPr>
              <a:t>",   "SFC": "</a:t>
            </a:r>
            <a:r>
              <a:rPr sz="1400">
                <a:solidFill>
                  <a:srgbClr val="FF0000"/>
                </a:solidFill>
                <a:sym typeface="+mn-ea"/>
              </a:rPr>
              <a:t>HG0012</a:t>
            </a:r>
            <a:r>
              <a:rPr lang="zh-CN" altLang="en-US" sz="1400">
                <a:solidFill>
                  <a:schemeClr val="accent2"/>
                </a:solidFill>
                <a:sym typeface="+mn-ea"/>
              </a:rPr>
              <a:t>",   "CLIENT_ID": "1",   "STATION": "</a:t>
            </a:r>
            <a:r>
              <a:rPr lang="en-US" altLang="zh-CN" sz="1400">
                <a:solidFill>
                  <a:schemeClr val="accent2"/>
                </a:solidFill>
                <a:sym typeface="+mn-ea"/>
              </a:rPr>
              <a:t>Mahi</a:t>
            </a:r>
            <a:r>
              <a:rPr lang="zh-CN" altLang="en-US" sz="1400">
                <a:solidFill>
                  <a:schemeClr val="accent2"/>
                </a:solidFill>
                <a:sym typeface="+mn-ea"/>
              </a:rPr>
              <a:t>组装",   "SHOPORDER": "</a:t>
            </a:r>
            <a:r>
              <a:rPr sz="1400">
                <a:solidFill>
                  <a:schemeClr val="accent2"/>
                </a:solidFill>
                <a:sym typeface="+mn-ea"/>
              </a:rPr>
              <a:t>PHA25034_包装_0001JT4_P1</a:t>
            </a:r>
            <a:r>
              <a:rPr lang="zh-CN" altLang="en-US" sz="1400">
                <a:solidFill>
                  <a:schemeClr val="accent2"/>
                </a:solidFill>
                <a:sym typeface="+mn-ea"/>
              </a:rPr>
              <a:t>"}</a:t>
            </a:r>
            <a:endParaRPr lang="zh-CN" altLang="en-US" sz="1400">
              <a:solidFill>
                <a:schemeClr val="accent2"/>
              </a:solidFill>
              <a:sym typeface="+mn-ea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431800" y="3291840"/>
            <a:ext cx="3790315" cy="101473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en-US" altLang="zh-CN" sz="1200">
                <a:solidFill>
                  <a:schemeClr val="accent2"/>
                </a:solidFill>
                <a:sym typeface="+mn-ea"/>
              </a:rPr>
              <a:t>1</a:t>
            </a:r>
            <a:r>
              <a:rPr lang="zh-CN" altLang="en-US" sz="1200">
                <a:solidFill>
                  <a:schemeClr val="accent2"/>
                </a:solidFill>
                <a:sym typeface="+mn-ea"/>
              </a:rPr>
              <a:t>、LOGIN_ID对应</a:t>
            </a:r>
            <a:r>
              <a:rPr lang="en-US" altLang="zh-CN" sz="1200">
                <a:solidFill>
                  <a:schemeClr val="accent2"/>
                </a:solidFill>
                <a:sym typeface="+mn-ea"/>
              </a:rPr>
              <a:t>mes_config</a:t>
            </a:r>
            <a:r>
              <a:rPr lang="zh-CN" altLang="en-US" sz="1200">
                <a:solidFill>
                  <a:schemeClr val="accent2"/>
                </a:solidFill>
                <a:sym typeface="+mn-ea"/>
              </a:rPr>
              <a:t>里面的</a:t>
            </a:r>
            <a:r>
              <a:rPr lang="en-US" altLang="zh-CN" sz="1200">
                <a:solidFill>
                  <a:schemeClr val="accent2"/>
                </a:solidFill>
                <a:sym typeface="+mn-ea"/>
              </a:rPr>
              <a:t>LoginID</a:t>
            </a:r>
            <a:endParaRPr lang="en-US" altLang="zh-CN" sz="1200">
              <a:solidFill>
                <a:schemeClr val="accent2"/>
              </a:solidFill>
              <a:sym typeface="+mn-ea"/>
            </a:endParaRPr>
          </a:p>
          <a:p>
            <a:pPr algn="l"/>
            <a:r>
              <a:rPr lang="en-US" altLang="zh-CN" sz="1200">
                <a:solidFill>
                  <a:schemeClr val="accent2"/>
                </a:solidFill>
                <a:sym typeface="+mn-ea"/>
              </a:rPr>
              <a:t>2</a:t>
            </a:r>
            <a:r>
              <a:rPr lang="zh-CN" altLang="en-US" sz="1200">
                <a:solidFill>
                  <a:schemeClr val="accent2"/>
                </a:solidFill>
                <a:sym typeface="+mn-ea"/>
              </a:rPr>
              <a:t>、STATION_NAME对应</a:t>
            </a:r>
            <a:r>
              <a:rPr lang="en-US" altLang="zh-CN" sz="1200">
                <a:solidFill>
                  <a:schemeClr val="accent2"/>
                </a:solidFill>
                <a:sym typeface="+mn-ea"/>
              </a:rPr>
              <a:t>mes_config</a:t>
            </a:r>
            <a:r>
              <a:rPr lang="zh-CN" altLang="en-US" sz="1200">
                <a:solidFill>
                  <a:schemeClr val="accent2"/>
                </a:solidFill>
                <a:sym typeface="+mn-ea"/>
              </a:rPr>
              <a:t>里面的</a:t>
            </a:r>
            <a:r>
              <a:rPr lang="en-US" altLang="zh-CN" sz="1200">
                <a:solidFill>
                  <a:schemeClr val="accent2"/>
                </a:solidFill>
                <a:sym typeface="+mn-ea"/>
              </a:rPr>
              <a:t>Operation</a:t>
            </a:r>
            <a:endParaRPr lang="zh-CN" altLang="en-US" sz="1200">
              <a:solidFill>
                <a:schemeClr val="accent2"/>
              </a:solidFill>
              <a:sym typeface="+mn-ea"/>
            </a:endParaRPr>
          </a:p>
          <a:p>
            <a:pPr algn="l"/>
            <a:r>
              <a:rPr lang="en-US" altLang="zh-CN" sz="1200">
                <a:solidFill>
                  <a:schemeClr val="accent2"/>
                </a:solidFill>
                <a:sym typeface="+mn-ea"/>
              </a:rPr>
              <a:t>3</a:t>
            </a:r>
            <a:r>
              <a:rPr lang="zh-CN" altLang="en-US" sz="1200">
                <a:solidFill>
                  <a:schemeClr val="accent2"/>
                </a:solidFill>
                <a:sym typeface="+mn-ea"/>
              </a:rPr>
              <a:t>、SHOPORDER对应</a:t>
            </a:r>
            <a:r>
              <a:rPr lang="en-US" altLang="zh-CN" sz="1200">
                <a:solidFill>
                  <a:schemeClr val="accent2"/>
                </a:solidFill>
                <a:sym typeface="+mn-ea"/>
              </a:rPr>
              <a:t>mes_config</a:t>
            </a:r>
            <a:r>
              <a:rPr lang="zh-CN" altLang="en-US" sz="1200">
                <a:solidFill>
                  <a:schemeClr val="accent2"/>
                </a:solidFill>
                <a:sym typeface="+mn-ea"/>
              </a:rPr>
              <a:t>里面</a:t>
            </a:r>
            <a:r>
              <a:rPr lang="en-US" altLang="zh-CN" sz="1200">
                <a:solidFill>
                  <a:schemeClr val="accent2"/>
                </a:solidFill>
                <a:sym typeface="+mn-ea"/>
              </a:rPr>
              <a:t>Resource</a:t>
            </a:r>
            <a:endParaRPr lang="en-US" altLang="zh-CN" sz="1200">
              <a:solidFill>
                <a:schemeClr val="accent2"/>
              </a:solidFill>
              <a:sym typeface="+mn-ea"/>
            </a:endParaRPr>
          </a:p>
          <a:p>
            <a:pPr algn="l"/>
            <a:r>
              <a:rPr lang="en-US" altLang="zh-CN" sz="1200">
                <a:solidFill>
                  <a:schemeClr val="accent2"/>
                </a:solidFill>
                <a:sym typeface="+mn-ea"/>
              </a:rPr>
              <a:t>4</a:t>
            </a:r>
            <a:r>
              <a:rPr lang="zh-CN" altLang="en-US" sz="1200">
                <a:solidFill>
                  <a:schemeClr val="accent2"/>
                </a:solidFill>
                <a:sym typeface="+mn-ea"/>
              </a:rPr>
              <a:t>、CLIENT_ID对应</a:t>
            </a:r>
            <a:r>
              <a:rPr lang="en-US" altLang="zh-CN" sz="1200">
                <a:solidFill>
                  <a:schemeClr val="accent2"/>
                </a:solidFill>
                <a:sym typeface="+mn-ea"/>
              </a:rPr>
              <a:t>mes_config</a:t>
            </a:r>
            <a:r>
              <a:rPr lang="zh-CN" altLang="en-US" sz="1200">
                <a:solidFill>
                  <a:schemeClr val="accent2"/>
                </a:solidFill>
                <a:sym typeface="+mn-ea"/>
              </a:rPr>
              <a:t>里面ClientID</a:t>
            </a:r>
            <a:endParaRPr lang="zh-CN" altLang="en-US" sz="1200">
              <a:solidFill>
                <a:schemeClr val="accent2"/>
              </a:solidFill>
              <a:sym typeface="+mn-ea"/>
            </a:endParaRPr>
          </a:p>
          <a:p>
            <a:pPr algn="l"/>
            <a:r>
              <a:rPr lang="en-US" altLang="zh-CN" sz="1200">
                <a:solidFill>
                  <a:schemeClr val="accent2"/>
                </a:solidFill>
                <a:sym typeface="+mn-ea"/>
              </a:rPr>
              <a:t>5</a:t>
            </a:r>
            <a:r>
              <a:rPr lang="zh-CN" altLang="en-US" sz="1200">
                <a:solidFill>
                  <a:schemeClr val="accent2"/>
                </a:solidFill>
                <a:sym typeface="+mn-ea"/>
              </a:rPr>
              <a:t>、</a:t>
            </a:r>
            <a:r>
              <a:rPr lang="zh-CN" altLang="en-US" sz="1200">
                <a:solidFill>
                  <a:srgbClr val="FF0000"/>
                </a:solidFill>
                <a:sym typeface="+mn-ea"/>
              </a:rPr>
              <a:t>SFC对应小件码</a:t>
            </a:r>
            <a:endParaRPr lang="zh-CN" altLang="en-US" sz="1200">
              <a:solidFill>
                <a:srgbClr val="FF0000"/>
              </a:solidFill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07340" y="4819650"/>
            <a:ext cx="677545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1200">
                <a:solidFill>
                  <a:schemeClr val="accent2"/>
                </a:solidFill>
              </a:rPr>
              <a:t>PASS</a:t>
            </a:r>
            <a:r>
              <a:rPr lang="zh-CN" altLang="en-US" sz="1200">
                <a:solidFill>
                  <a:schemeClr val="accent2"/>
                </a:solidFill>
              </a:rPr>
              <a:t>返回</a:t>
            </a:r>
            <a:r>
              <a:rPr lang="en-US" altLang="zh-CN" sz="1200">
                <a:solidFill>
                  <a:schemeClr val="accent2"/>
                </a:solidFill>
              </a:rPr>
              <a:t>:</a:t>
            </a:r>
            <a:endParaRPr lang="en-US" altLang="zh-CN" sz="1200">
              <a:solidFill>
                <a:schemeClr val="accent2"/>
              </a:solidFill>
            </a:endParaRPr>
          </a:p>
          <a:p>
            <a:r>
              <a:rPr lang="zh-CN" altLang="en-US" sz="1200"/>
              <a:t>{"RESULT":"PASS",</a:t>
            </a:r>
            <a:r>
              <a:rPr lang="zh-CN" altLang="en-US" sz="1200">
                <a:solidFill>
                  <a:schemeClr val="accent2"/>
                </a:solidFill>
              </a:rPr>
              <a:t>"MESSAGE":"PASS","SERVICE_RUNTIME":10,"IP_ADDRESS":"10.76.78.174","TIME":"2023-10-25 14:39:26.646","SERVER_IP":"10.6.79.214"}</a:t>
            </a:r>
            <a:endParaRPr lang="zh-CN" altLang="en-US" sz="1200">
              <a:solidFill>
                <a:schemeClr val="accent2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93040" y="5608955"/>
            <a:ext cx="6889750" cy="10147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1200">
                <a:solidFill>
                  <a:schemeClr val="accent2"/>
                </a:solidFill>
              </a:rPr>
              <a:t>FAIL</a:t>
            </a:r>
            <a:r>
              <a:rPr lang="zh-CN" altLang="en-US" sz="1200">
                <a:solidFill>
                  <a:schemeClr val="accent2"/>
                </a:solidFill>
              </a:rPr>
              <a:t>返回</a:t>
            </a:r>
            <a:r>
              <a:rPr lang="en-US" altLang="zh-CN" sz="1200">
                <a:solidFill>
                  <a:schemeClr val="accent2"/>
                </a:solidFill>
              </a:rPr>
              <a:t>:</a:t>
            </a:r>
            <a:endParaRPr lang="en-US" altLang="zh-CN" sz="1200">
              <a:solidFill>
                <a:schemeClr val="accent2"/>
              </a:solidFill>
            </a:endParaRPr>
          </a:p>
          <a:p>
            <a:r>
              <a:rPr lang="zh-CN" altLang="en-US" sz="1200">
                <a:solidFill>
                  <a:schemeClr val="accent2"/>
                </a:solidFill>
              </a:rPr>
              <a:t>{"</a:t>
            </a:r>
            <a:r>
              <a:rPr lang="zh-CN" altLang="en-US" sz="1200">
                <a:solidFill>
                  <a:schemeClr val="accent1"/>
                </a:solidFill>
              </a:rPr>
              <a:t>RESULT":"FAIL</a:t>
            </a:r>
            <a:r>
              <a:rPr lang="zh-CN" altLang="en-US" sz="1200">
                <a:solidFill>
                  <a:schemeClr val="accent2"/>
                </a:solidFill>
              </a:rPr>
              <a:t>","</a:t>
            </a:r>
            <a:r>
              <a:rPr lang="zh-CN" altLang="en-US" sz="1200">
                <a:solidFill>
                  <a:schemeClr val="accent1"/>
                </a:solidFill>
              </a:rPr>
              <a:t>MESSAGE":"登录超时,请重新登录! </a:t>
            </a:r>
            <a:r>
              <a:rPr lang="zh-CN" altLang="en-US" sz="1200">
                <a:solidFill>
                  <a:schemeClr val="accent2"/>
                </a:solidFill>
              </a:rPr>
              <a:t>10.6.79.38:80","CODE":1,"SERVICE_RUNTIME":1,"IP_ADDRESS":"10.76.78.174","TIME":"2023-10-25 15:33:42.657","SERVER_IP":"10.6.79.38"}</a:t>
            </a:r>
            <a:endParaRPr lang="zh-CN" altLang="en-US" sz="1200">
              <a:solidFill>
                <a:schemeClr val="accent2"/>
              </a:solidFill>
            </a:endParaRPr>
          </a:p>
          <a:p>
            <a:r>
              <a:rPr lang="en-US" altLang="zh-CN" sz="1200">
                <a:solidFill>
                  <a:schemeClr val="accent2"/>
                </a:solidFill>
                <a:sym typeface="+mn-ea"/>
              </a:rPr>
              <a:t>FAIL</a:t>
            </a:r>
            <a:r>
              <a:rPr lang="zh-CN" altLang="en-US" sz="1200">
                <a:solidFill>
                  <a:schemeClr val="accent2"/>
                </a:solidFill>
                <a:sym typeface="+mn-ea"/>
              </a:rPr>
              <a:t>返回要把"MESSAGE"内容显示到软件</a:t>
            </a:r>
            <a:r>
              <a:rPr lang="zh-CN" altLang="en-US" sz="1200">
                <a:solidFill>
                  <a:schemeClr val="accent2"/>
                </a:solidFill>
                <a:sym typeface="+mn-ea"/>
              </a:rPr>
              <a:t>界面</a:t>
            </a:r>
            <a:endParaRPr lang="zh-CN" altLang="en-US" sz="1200">
              <a:solidFill>
                <a:schemeClr val="accent2"/>
              </a:solidFill>
              <a:sym typeface="+mn-ea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73695" y="896620"/>
            <a:ext cx="3714750" cy="5543550"/>
          </a:xfrm>
          <a:prstGeom prst="rect">
            <a:avLst/>
          </a:prstGeom>
          <a:ln>
            <a:solidFill>
              <a:srgbClr val="081148"/>
            </a:solidFill>
          </a:ln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algn="l"/>
            <a:r>
              <a:rPr>
                <a:solidFill>
                  <a:schemeClr val="accent2"/>
                </a:solidFill>
                <a:sym typeface="+mn-ea"/>
              </a:rPr>
              <a:t>AddSfcKey</a:t>
            </a:r>
            <a:r>
              <a:rPr lang="zh-CN" altLang="en-US" sz="2800" spc="300" dirty="0" smtClean="0">
                <a:solidFill>
                  <a:schemeClr val="accent2"/>
                </a:solidFill>
              </a:rPr>
              <a:t>接口</a:t>
            </a:r>
            <a:r>
              <a:rPr lang="en-US" altLang="zh-CN" sz="2800" spc="300" dirty="0" smtClean="0">
                <a:solidFill>
                  <a:schemeClr val="accent2"/>
                </a:solidFill>
              </a:rPr>
              <a:t>(</a:t>
            </a:r>
            <a:r>
              <a:rPr lang="en-US" altLang="zh-CN" sz="2800" spc="300" dirty="0" smtClean="0">
                <a:solidFill>
                  <a:schemeClr val="accent2"/>
                </a:solidFill>
              </a:rPr>
              <a:t>get)</a:t>
            </a:r>
            <a:endParaRPr lang="en-US" altLang="zh-CN" sz="2800" spc="300" dirty="0" smtClean="0">
              <a:solidFill>
                <a:schemeClr val="accent2"/>
              </a:solidFill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431800" y="1155700"/>
            <a:ext cx="6332220" cy="11684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sz="1400">
                <a:solidFill>
                  <a:schemeClr val="accent2"/>
                </a:solidFill>
              </a:rPr>
              <a:t>http://10.6.78.14/Service.action?method=AddSfcKey&amp;param={"LOGIN_ID":"5555914","CLIENT_ID":"1","SFC":"HGVHRG000010001JT4","STATION_ID":"13547","STATION_NAME":"磁铁组装","SHOPORDER":"PHA25034_包装_0001JT4_P1",</a:t>
            </a:r>
            <a:r>
              <a:rPr sz="1400">
                <a:solidFill>
                  <a:srgbClr val="FF0000"/>
                </a:solidFill>
              </a:rPr>
              <a:t>"DATA_NAME":"Ma</a:t>
            </a:r>
            <a:r>
              <a:rPr lang="en-US" sz="1400">
                <a:solidFill>
                  <a:srgbClr val="FF0000"/>
                </a:solidFill>
              </a:rPr>
              <a:t>hi</a:t>
            </a:r>
            <a:r>
              <a:rPr sz="1400">
                <a:solidFill>
                  <a:srgbClr val="FF0000"/>
                </a:solidFill>
              </a:rPr>
              <a:t>"</a:t>
            </a:r>
            <a:r>
              <a:rPr sz="1400">
                <a:solidFill>
                  <a:schemeClr val="accent2"/>
                </a:solidFill>
              </a:rPr>
              <a:t>,</a:t>
            </a:r>
            <a:r>
              <a:rPr sz="1400">
                <a:solidFill>
                  <a:srgbClr val="FF0000"/>
                </a:solidFill>
              </a:rPr>
              <a:t>"DATA_VALUE":"HG0012"</a:t>
            </a:r>
            <a:r>
              <a:rPr sz="1400">
                <a:solidFill>
                  <a:schemeClr val="accent2"/>
                </a:solidFill>
              </a:rPr>
              <a:t>,"PROJECT_ID":"1541","PRODUCT_ID":"3897"}</a:t>
            </a:r>
            <a:endParaRPr sz="1400">
              <a:solidFill>
                <a:schemeClr val="accent2"/>
              </a:solidFill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501650" y="2863850"/>
            <a:ext cx="3939540" cy="156845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en-US" altLang="zh-CN" sz="1200">
                <a:solidFill>
                  <a:schemeClr val="accent2"/>
                </a:solidFill>
                <a:sym typeface="+mn-ea"/>
              </a:rPr>
              <a:t>1</a:t>
            </a:r>
            <a:r>
              <a:rPr lang="zh-CN" altLang="en-US" sz="1200">
                <a:solidFill>
                  <a:schemeClr val="accent2"/>
                </a:solidFill>
                <a:sym typeface="+mn-ea"/>
              </a:rPr>
              <a:t>、LOGIN_ID对应</a:t>
            </a:r>
            <a:r>
              <a:rPr lang="en-US" altLang="zh-CN" sz="1200">
                <a:solidFill>
                  <a:schemeClr val="accent2"/>
                </a:solidFill>
                <a:sym typeface="+mn-ea"/>
              </a:rPr>
              <a:t>mes_config</a:t>
            </a:r>
            <a:r>
              <a:rPr lang="zh-CN" altLang="en-US" sz="1200">
                <a:solidFill>
                  <a:schemeClr val="accent2"/>
                </a:solidFill>
                <a:sym typeface="+mn-ea"/>
              </a:rPr>
              <a:t>里面的</a:t>
            </a:r>
            <a:r>
              <a:rPr lang="en-US" altLang="zh-CN" sz="1200">
                <a:solidFill>
                  <a:schemeClr val="accent2"/>
                </a:solidFill>
                <a:sym typeface="+mn-ea"/>
              </a:rPr>
              <a:t>LoginID</a:t>
            </a:r>
            <a:endParaRPr lang="en-US" altLang="zh-CN" sz="1200">
              <a:solidFill>
                <a:schemeClr val="accent2"/>
              </a:solidFill>
              <a:sym typeface="+mn-ea"/>
            </a:endParaRPr>
          </a:p>
          <a:p>
            <a:pPr algn="l"/>
            <a:r>
              <a:rPr lang="en-US" altLang="zh-CN" sz="1200">
                <a:solidFill>
                  <a:schemeClr val="accent2"/>
                </a:solidFill>
                <a:sym typeface="+mn-ea"/>
              </a:rPr>
              <a:t>2</a:t>
            </a:r>
            <a:r>
              <a:rPr lang="zh-CN" altLang="en-US" sz="1200">
                <a:solidFill>
                  <a:schemeClr val="accent2"/>
                </a:solidFill>
                <a:sym typeface="+mn-ea"/>
              </a:rPr>
              <a:t>、</a:t>
            </a:r>
            <a:r>
              <a:rPr sz="1200">
                <a:solidFill>
                  <a:schemeClr val="accent2"/>
                </a:solidFill>
                <a:sym typeface="+mn-ea"/>
              </a:rPr>
              <a:t>STATION_ID</a:t>
            </a:r>
            <a:r>
              <a:rPr lang="zh-CN" altLang="en-US" sz="1200">
                <a:solidFill>
                  <a:schemeClr val="accent2"/>
                </a:solidFill>
                <a:sym typeface="+mn-ea"/>
              </a:rPr>
              <a:t>对应</a:t>
            </a:r>
            <a:r>
              <a:rPr lang="en-US" altLang="zh-CN" sz="1200">
                <a:solidFill>
                  <a:schemeClr val="accent2"/>
                </a:solidFill>
                <a:sym typeface="+mn-ea"/>
              </a:rPr>
              <a:t>mes_config</a:t>
            </a:r>
            <a:r>
              <a:rPr lang="zh-CN" altLang="en-US" sz="1200">
                <a:solidFill>
                  <a:schemeClr val="accent2"/>
                </a:solidFill>
                <a:sym typeface="+mn-ea"/>
              </a:rPr>
              <a:t>里面的</a:t>
            </a:r>
            <a:r>
              <a:rPr lang="en-US" sz="1200">
                <a:solidFill>
                  <a:schemeClr val="accent2"/>
                </a:solidFill>
                <a:sym typeface="+mn-ea"/>
              </a:rPr>
              <a:t>StationID</a:t>
            </a:r>
            <a:r>
              <a:rPr lang="en-US" altLang="zh-CN" sz="1200">
                <a:solidFill>
                  <a:schemeClr val="accent2"/>
                </a:solidFill>
                <a:sym typeface="+mn-ea"/>
              </a:rPr>
              <a:t>   </a:t>
            </a:r>
            <a:endParaRPr lang="en-US" altLang="zh-CN" sz="1200">
              <a:solidFill>
                <a:schemeClr val="accent2"/>
              </a:solidFill>
              <a:sym typeface="+mn-ea"/>
            </a:endParaRPr>
          </a:p>
          <a:p>
            <a:pPr algn="l"/>
            <a:r>
              <a:rPr lang="en-US" altLang="zh-CN" sz="1200">
                <a:solidFill>
                  <a:schemeClr val="accent2"/>
                </a:solidFill>
                <a:sym typeface="+mn-ea"/>
              </a:rPr>
              <a:t>3</a:t>
            </a:r>
            <a:r>
              <a:rPr lang="zh-CN" altLang="en-US" sz="1200">
                <a:solidFill>
                  <a:schemeClr val="accent2"/>
                </a:solidFill>
                <a:sym typeface="+mn-ea"/>
              </a:rPr>
              <a:t>、</a:t>
            </a:r>
            <a:r>
              <a:rPr sz="1200">
                <a:solidFill>
                  <a:schemeClr val="accent2"/>
                </a:solidFill>
                <a:sym typeface="+mn-ea"/>
              </a:rPr>
              <a:t>STATION_NAME</a:t>
            </a:r>
            <a:r>
              <a:rPr lang="zh-CN" altLang="en-US" sz="1200">
                <a:solidFill>
                  <a:schemeClr val="accent2"/>
                </a:solidFill>
                <a:sym typeface="+mn-ea"/>
              </a:rPr>
              <a:t>对应</a:t>
            </a:r>
            <a:r>
              <a:rPr lang="en-US" altLang="zh-CN" sz="1200">
                <a:solidFill>
                  <a:schemeClr val="accent2"/>
                </a:solidFill>
                <a:sym typeface="+mn-ea"/>
              </a:rPr>
              <a:t>mes_config</a:t>
            </a:r>
            <a:r>
              <a:rPr lang="zh-CN" altLang="en-US" sz="1200">
                <a:solidFill>
                  <a:schemeClr val="accent2"/>
                </a:solidFill>
                <a:sym typeface="+mn-ea"/>
              </a:rPr>
              <a:t>里面的Operation</a:t>
            </a:r>
            <a:endParaRPr lang="zh-CN" altLang="en-US" sz="1200">
              <a:solidFill>
                <a:schemeClr val="accent2"/>
              </a:solidFill>
              <a:sym typeface="+mn-ea"/>
            </a:endParaRPr>
          </a:p>
          <a:p>
            <a:pPr algn="l"/>
            <a:r>
              <a:rPr lang="en-US" altLang="zh-CN" sz="1200">
                <a:solidFill>
                  <a:schemeClr val="accent2"/>
                </a:solidFill>
                <a:sym typeface="+mn-ea"/>
              </a:rPr>
              <a:t>4</a:t>
            </a:r>
            <a:r>
              <a:rPr lang="zh-CN" altLang="en-US" sz="1200">
                <a:solidFill>
                  <a:schemeClr val="accent2"/>
                </a:solidFill>
                <a:sym typeface="+mn-ea"/>
              </a:rPr>
              <a:t>、SHOPORDER对应</a:t>
            </a:r>
            <a:r>
              <a:rPr lang="en-US" altLang="zh-CN" sz="1200">
                <a:solidFill>
                  <a:schemeClr val="accent2"/>
                </a:solidFill>
                <a:sym typeface="+mn-ea"/>
              </a:rPr>
              <a:t>mes_config</a:t>
            </a:r>
            <a:r>
              <a:rPr lang="zh-CN" altLang="en-US" sz="1200">
                <a:solidFill>
                  <a:schemeClr val="accent2"/>
                </a:solidFill>
                <a:sym typeface="+mn-ea"/>
              </a:rPr>
              <a:t>里面的</a:t>
            </a:r>
            <a:r>
              <a:rPr lang="en-US" altLang="zh-CN" sz="1200">
                <a:solidFill>
                  <a:schemeClr val="accent2"/>
                </a:solidFill>
                <a:sym typeface="+mn-ea"/>
              </a:rPr>
              <a:t>Resource</a:t>
            </a:r>
            <a:endParaRPr lang="en-US" altLang="zh-CN" sz="1200">
              <a:solidFill>
                <a:schemeClr val="accent2"/>
              </a:solidFill>
              <a:sym typeface="+mn-ea"/>
            </a:endParaRPr>
          </a:p>
          <a:p>
            <a:pPr algn="l"/>
            <a:r>
              <a:rPr lang="en-US" altLang="zh-CN" sz="1200">
                <a:solidFill>
                  <a:srgbClr val="FF0000"/>
                </a:solidFill>
                <a:sym typeface="+mn-ea"/>
              </a:rPr>
              <a:t>5</a:t>
            </a:r>
            <a:r>
              <a:rPr lang="zh-CN" altLang="en-US" sz="1200">
                <a:solidFill>
                  <a:srgbClr val="FF0000"/>
                </a:solidFill>
                <a:sym typeface="+mn-ea"/>
              </a:rPr>
              <a:t>、DATA_NAME对应</a:t>
            </a:r>
            <a:r>
              <a:rPr lang="en-US" altLang="zh-CN" sz="1200">
                <a:solidFill>
                  <a:srgbClr val="FF0000"/>
                </a:solidFill>
                <a:sym typeface="+mn-ea"/>
              </a:rPr>
              <a:t>setting</a:t>
            </a:r>
            <a:r>
              <a:rPr lang="zh-CN" altLang="en-US" sz="1200">
                <a:solidFill>
                  <a:srgbClr val="FF0000"/>
                </a:solidFill>
                <a:sym typeface="+mn-ea"/>
              </a:rPr>
              <a:t>配置文件里面的RMName</a:t>
            </a:r>
            <a:endParaRPr lang="zh-CN" altLang="en-US" sz="1200">
              <a:solidFill>
                <a:srgbClr val="FF0000"/>
              </a:solidFill>
              <a:sym typeface="+mn-ea"/>
            </a:endParaRPr>
          </a:p>
          <a:p>
            <a:pPr algn="l"/>
            <a:r>
              <a:rPr lang="en-US" altLang="zh-CN" sz="1200">
                <a:solidFill>
                  <a:srgbClr val="FF0000"/>
                </a:solidFill>
                <a:sym typeface="+mn-ea"/>
              </a:rPr>
              <a:t>6</a:t>
            </a:r>
            <a:r>
              <a:rPr lang="zh-CN" altLang="en-US" sz="1200">
                <a:solidFill>
                  <a:srgbClr val="FF0000"/>
                </a:solidFill>
                <a:sym typeface="+mn-ea"/>
              </a:rPr>
              <a:t>、DATA_VALUE对应输入的值</a:t>
            </a:r>
            <a:endParaRPr lang="zh-CN" altLang="en-US" sz="1200">
              <a:solidFill>
                <a:srgbClr val="FF0000"/>
              </a:solidFill>
              <a:sym typeface="+mn-ea"/>
            </a:endParaRPr>
          </a:p>
          <a:p>
            <a:pPr algn="l"/>
            <a:r>
              <a:rPr lang="en-US" altLang="zh-CN" sz="1200">
                <a:solidFill>
                  <a:schemeClr val="accent2"/>
                </a:solidFill>
                <a:sym typeface="+mn-ea"/>
              </a:rPr>
              <a:t>7</a:t>
            </a:r>
            <a:r>
              <a:rPr lang="zh-CN" altLang="en-US" sz="1200">
                <a:solidFill>
                  <a:schemeClr val="accent2"/>
                </a:solidFill>
                <a:sym typeface="+mn-ea"/>
              </a:rPr>
              <a:t>、</a:t>
            </a:r>
            <a:r>
              <a:rPr sz="1200">
                <a:solidFill>
                  <a:schemeClr val="accent2"/>
                </a:solidFill>
                <a:sym typeface="+mn-ea"/>
              </a:rPr>
              <a:t>PROJECT_ID</a:t>
            </a:r>
            <a:r>
              <a:rPr lang="zh-CN" altLang="en-US" sz="1200">
                <a:solidFill>
                  <a:schemeClr val="accent2"/>
                </a:solidFill>
                <a:sym typeface="+mn-ea"/>
              </a:rPr>
              <a:t>对应</a:t>
            </a:r>
            <a:r>
              <a:rPr lang="en-US" altLang="zh-CN" sz="1200">
                <a:solidFill>
                  <a:schemeClr val="accent2"/>
                </a:solidFill>
                <a:sym typeface="+mn-ea"/>
              </a:rPr>
              <a:t>mes_config</a:t>
            </a:r>
            <a:r>
              <a:rPr lang="zh-CN" altLang="en-US" sz="1200">
                <a:solidFill>
                  <a:schemeClr val="accent2"/>
                </a:solidFill>
                <a:sym typeface="+mn-ea"/>
              </a:rPr>
              <a:t>里面的PROJECT_ID</a:t>
            </a:r>
            <a:endParaRPr lang="zh-CN" altLang="en-US" sz="1200">
              <a:solidFill>
                <a:schemeClr val="accent2"/>
              </a:solidFill>
              <a:sym typeface="+mn-ea"/>
            </a:endParaRPr>
          </a:p>
          <a:p>
            <a:pPr algn="l"/>
            <a:r>
              <a:rPr lang="en-US" altLang="zh-CN" sz="1200">
                <a:solidFill>
                  <a:schemeClr val="accent2"/>
                </a:solidFill>
                <a:sym typeface="+mn-ea"/>
              </a:rPr>
              <a:t>8</a:t>
            </a:r>
            <a:r>
              <a:rPr lang="zh-CN" altLang="en-US" sz="1200">
                <a:solidFill>
                  <a:schemeClr val="accent2"/>
                </a:solidFill>
                <a:sym typeface="+mn-ea"/>
              </a:rPr>
              <a:t>、</a:t>
            </a:r>
            <a:r>
              <a:rPr sz="1200">
                <a:solidFill>
                  <a:schemeClr val="accent2"/>
                </a:solidFill>
                <a:sym typeface="+mn-ea"/>
              </a:rPr>
              <a:t>PRODUCT_ID</a:t>
            </a:r>
            <a:r>
              <a:rPr lang="zh-CN" altLang="en-US" sz="1200">
                <a:solidFill>
                  <a:schemeClr val="accent2"/>
                </a:solidFill>
                <a:sym typeface="+mn-ea"/>
              </a:rPr>
              <a:t>对应</a:t>
            </a:r>
            <a:r>
              <a:rPr lang="en-US" altLang="zh-CN" sz="1200">
                <a:solidFill>
                  <a:schemeClr val="accent2"/>
                </a:solidFill>
                <a:sym typeface="+mn-ea"/>
              </a:rPr>
              <a:t>mes_config</a:t>
            </a:r>
            <a:r>
              <a:rPr lang="zh-CN" altLang="en-US" sz="1200">
                <a:solidFill>
                  <a:schemeClr val="accent2"/>
                </a:solidFill>
                <a:sym typeface="+mn-ea"/>
              </a:rPr>
              <a:t>里面的PRODUCT_ID</a:t>
            </a:r>
            <a:endParaRPr lang="zh-CN" altLang="en-US" sz="1200">
              <a:solidFill>
                <a:schemeClr val="accent2"/>
              </a:solidFill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07340" y="4819650"/>
            <a:ext cx="677545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1200">
                <a:solidFill>
                  <a:schemeClr val="accent2"/>
                </a:solidFill>
              </a:rPr>
              <a:t>PASS</a:t>
            </a:r>
            <a:r>
              <a:rPr lang="zh-CN" altLang="en-US" sz="1200">
                <a:solidFill>
                  <a:schemeClr val="accent2"/>
                </a:solidFill>
              </a:rPr>
              <a:t>返回</a:t>
            </a:r>
            <a:r>
              <a:rPr lang="en-US" altLang="zh-CN" sz="1200">
                <a:solidFill>
                  <a:schemeClr val="accent2"/>
                </a:solidFill>
              </a:rPr>
              <a:t>:</a:t>
            </a:r>
            <a:endParaRPr lang="en-US" altLang="zh-CN" sz="1200">
              <a:solidFill>
                <a:schemeClr val="accent2"/>
              </a:solidFill>
            </a:endParaRPr>
          </a:p>
          <a:p>
            <a:r>
              <a:rPr lang="zh-CN" altLang="en-US" sz="1200"/>
              <a:t>{"RESULT":"PASS",</a:t>
            </a:r>
            <a:r>
              <a:rPr lang="zh-CN" altLang="en-US" sz="1200">
                <a:solidFill>
                  <a:schemeClr val="accent2"/>
                </a:solidFill>
              </a:rPr>
              <a:t>"MESSAGE":"PASS","SERVICE_RUNTIME":10,"IP_ADDRESS":"10.76.78.174","TIME":"2023-10-25 14:39:26.646","SERVER_IP":"10.6.79.214"}</a:t>
            </a:r>
            <a:endParaRPr lang="zh-CN" altLang="en-US" sz="1200">
              <a:solidFill>
                <a:schemeClr val="accent2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335280" y="5617845"/>
            <a:ext cx="6889750" cy="10147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1200">
                <a:solidFill>
                  <a:schemeClr val="accent2"/>
                </a:solidFill>
              </a:rPr>
              <a:t>FAIL</a:t>
            </a:r>
            <a:r>
              <a:rPr lang="zh-CN" altLang="en-US" sz="1200">
                <a:solidFill>
                  <a:schemeClr val="accent2"/>
                </a:solidFill>
              </a:rPr>
              <a:t>返回</a:t>
            </a:r>
            <a:r>
              <a:rPr lang="en-US" altLang="zh-CN" sz="1200">
                <a:solidFill>
                  <a:schemeClr val="accent2"/>
                </a:solidFill>
              </a:rPr>
              <a:t>:</a:t>
            </a:r>
            <a:endParaRPr lang="en-US" altLang="zh-CN" sz="1200">
              <a:solidFill>
                <a:schemeClr val="accent2"/>
              </a:solidFill>
            </a:endParaRPr>
          </a:p>
          <a:p>
            <a:r>
              <a:rPr lang="zh-CN" altLang="en-US" sz="1200">
                <a:solidFill>
                  <a:schemeClr val="accent2"/>
                </a:solidFill>
              </a:rPr>
              <a:t>{"</a:t>
            </a:r>
            <a:r>
              <a:rPr lang="zh-CN" altLang="en-US" sz="1200">
                <a:solidFill>
                  <a:schemeClr val="accent1"/>
                </a:solidFill>
              </a:rPr>
              <a:t>RESULT":"FAIL</a:t>
            </a:r>
            <a:r>
              <a:rPr lang="zh-CN" altLang="en-US" sz="1200">
                <a:solidFill>
                  <a:schemeClr val="accent2"/>
                </a:solidFill>
              </a:rPr>
              <a:t>","</a:t>
            </a:r>
            <a:r>
              <a:rPr lang="zh-CN" altLang="en-US" sz="1200">
                <a:solidFill>
                  <a:schemeClr val="accent1"/>
                </a:solidFill>
              </a:rPr>
              <a:t>MESSAGE":"登录超时,请重新登录! </a:t>
            </a:r>
            <a:r>
              <a:rPr lang="zh-CN" altLang="en-US" sz="1200">
                <a:solidFill>
                  <a:schemeClr val="accent2"/>
                </a:solidFill>
              </a:rPr>
              <a:t>10.6.79.38:80","CODE":1,"SERVICE_RUNTIME":1,"IP_ADDRESS":"10.76.78.174","TIME":"2023-10-25 15:33:42.657","SERVER_IP":"10.6.79.38"}</a:t>
            </a:r>
            <a:endParaRPr lang="zh-CN" altLang="en-US" sz="1200">
              <a:solidFill>
                <a:schemeClr val="accent2"/>
              </a:solidFill>
            </a:endParaRPr>
          </a:p>
          <a:p>
            <a:r>
              <a:rPr lang="en-US" altLang="zh-CN" sz="1200">
                <a:solidFill>
                  <a:schemeClr val="accent2"/>
                </a:solidFill>
                <a:sym typeface="+mn-ea"/>
              </a:rPr>
              <a:t>FAIL</a:t>
            </a:r>
            <a:r>
              <a:rPr lang="zh-CN" altLang="en-US" sz="1200">
                <a:solidFill>
                  <a:schemeClr val="accent2"/>
                </a:solidFill>
                <a:sym typeface="+mn-ea"/>
              </a:rPr>
              <a:t>返回要把"MESSAGE"内容显示到软件</a:t>
            </a:r>
            <a:r>
              <a:rPr lang="zh-CN" altLang="en-US" sz="1200">
                <a:solidFill>
                  <a:schemeClr val="accent2"/>
                </a:solidFill>
                <a:sym typeface="+mn-ea"/>
              </a:rPr>
              <a:t>界面</a:t>
            </a:r>
            <a:endParaRPr lang="zh-CN" altLang="en-US" sz="1200">
              <a:solidFill>
                <a:schemeClr val="accent2"/>
              </a:solidFill>
              <a:sym typeface="+mn-ea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73695" y="896620"/>
            <a:ext cx="3714750" cy="5543550"/>
          </a:xfrm>
          <a:prstGeom prst="rect">
            <a:avLst/>
          </a:prstGeom>
          <a:ln>
            <a:solidFill>
              <a:srgbClr val="081148"/>
            </a:solidFill>
          </a:ln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algn="l"/>
            <a:r>
              <a:rPr lang="en-US" altLang="zh-CN" sz="2800" spc="300" dirty="0" smtClean="0">
                <a:solidFill>
                  <a:schemeClr val="accent2"/>
                </a:solidFill>
              </a:rPr>
              <a:t>TestDataCollect2MainChild</a:t>
            </a:r>
            <a:r>
              <a:rPr lang="zh-CN" altLang="en-US" sz="2800" spc="300" dirty="0" smtClean="0">
                <a:solidFill>
                  <a:schemeClr val="accent2"/>
                </a:solidFill>
              </a:rPr>
              <a:t>接口</a:t>
            </a:r>
            <a:r>
              <a:rPr lang="en-US" altLang="zh-CN" sz="2800" spc="300" dirty="0" smtClean="0">
                <a:solidFill>
                  <a:schemeClr val="accent2"/>
                </a:solidFill>
              </a:rPr>
              <a:t>(</a:t>
            </a:r>
            <a:r>
              <a:rPr lang="en-US" altLang="zh-CN" sz="2800" spc="300" dirty="0" smtClean="0">
                <a:solidFill>
                  <a:schemeClr val="accent2"/>
                </a:solidFill>
              </a:rPr>
              <a:t>get)</a:t>
            </a:r>
            <a:endParaRPr lang="en-US" altLang="zh-CN" sz="2800" spc="300" dirty="0" smtClean="0">
              <a:solidFill>
                <a:schemeClr val="accent2"/>
              </a:solidFill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431800" y="2343150"/>
            <a:ext cx="6765925" cy="1938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en-US" altLang="zh-CN" sz="1200">
                <a:solidFill>
                  <a:schemeClr val="accent2"/>
                </a:solidFill>
                <a:sym typeface="+mn-ea"/>
              </a:rPr>
              <a:t>1</a:t>
            </a:r>
            <a:r>
              <a:rPr lang="zh-CN" altLang="en-US" sz="1200">
                <a:solidFill>
                  <a:schemeClr val="accent2"/>
                </a:solidFill>
                <a:sym typeface="+mn-ea"/>
              </a:rPr>
              <a:t>、LOGIN_ID对应</a:t>
            </a:r>
            <a:r>
              <a:rPr lang="en-US" altLang="zh-CN" sz="1200">
                <a:solidFill>
                  <a:schemeClr val="accent2"/>
                </a:solidFill>
                <a:sym typeface="+mn-ea"/>
              </a:rPr>
              <a:t>mes_config</a:t>
            </a:r>
            <a:r>
              <a:rPr lang="zh-CN" altLang="en-US" sz="1200">
                <a:solidFill>
                  <a:schemeClr val="accent2"/>
                </a:solidFill>
                <a:sym typeface="+mn-ea"/>
              </a:rPr>
              <a:t>里面的</a:t>
            </a:r>
            <a:r>
              <a:rPr lang="en-US" altLang="zh-CN" sz="1200">
                <a:solidFill>
                  <a:schemeClr val="accent2"/>
                </a:solidFill>
                <a:sym typeface="+mn-ea"/>
              </a:rPr>
              <a:t>LoginID</a:t>
            </a:r>
            <a:endParaRPr lang="en-US" altLang="zh-CN" sz="1200">
              <a:solidFill>
                <a:schemeClr val="accent2"/>
              </a:solidFill>
              <a:sym typeface="+mn-ea"/>
            </a:endParaRPr>
          </a:p>
          <a:p>
            <a:pPr algn="l"/>
            <a:r>
              <a:rPr lang="en-US" altLang="zh-CN" sz="1200">
                <a:solidFill>
                  <a:schemeClr val="accent2"/>
                </a:solidFill>
                <a:sym typeface="+mn-ea"/>
              </a:rPr>
              <a:t>2</a:t>
            </a:r>
            <a:r>
              <a:rPr lang="zh-CN" altLang="en-US" sz="1200">
                <a:solidFill>
                  <a:schemeClr val="accent2"/>
                </a:solidFill>
                <a:sym typeface="+mn-ea"/>
              </a:rPr>
              <a:t>、</a:t>
            </a:r>
            <a:r>
              <a:rPr sz="1200">
                <a:solidFill>
                  <a:schemeClr val="accent2"/>
                </a:solidFill>
                <a:sym typeface="+mn-ea"/>
              </a:rPr>
              <a:t>PRODUCT_NAME</a:t>
            </a:r>
            <a:r>
              <a:rPr lang="zh-CN" altLang="en-US" sz="1200">
                <a:solidFill>
                  <a:schemeClr val="accent2"/>
                </a:solidFill>
                <a:sym typeface="+mn-ea"/>
              </a:rPr>
              <a:t>对应</a:t>
            </a:r>
            <a:r>
              <a:rPr lang="en-US" altLang="zh-CN" sz="1200">
                <a:solidFill>
                  <a:schemeClr val="accent2"/>
                </a:solidFill>
                <a:sym typeface="+mn-ea"/>
              </a:rPr>
              <a:t>mes_config</a:t>
            </a:r>
            <a:r>
              <a:rPr lang="zh-CN" altLang="en-US" sz="1200">
                <a:solidFill>
                  <a:schemeClr val="accent2"/>
                </a:solidFill>
                <a:sym typeface="+mn-ea"/>
              </a:rPr>
              <a:t>里面的PRODUCT</a:t>
            </a:r>
            <a:endParaRPr lang="zh-CN" altLang="en-US" sz="1200">
              <a:solidFill>
                <a:schemeClr val="accent2"/>
              </a:solidFill>
              <a:sym typeface="+mn-ea"/>
            </a:endParaRPr>
          </a:p>
          <a:p>
            <a:pPr algn="l"/>
            <a:r>
              <a:rPr lang="en-US" sz="1200">
                <a:solidFill>
                  <a:schemeClr val="accent2"/>
                </a:solidFill>
                <a:sym typeface="+mn-ea"/>
              </a:rPr>
              <a:t>3</a:t>
            </a:r>
            <a:r>
              <a:rPr lang="zh-CN" altLang="en-US" sz="1200">
                <a:solidFill>
                  <a:schemeClr val="accent2"/>
                </a:solidFill>
                <a:sym typeface="+mn-ea"/>
              </a:rPr>
              <a:t>、</a:t>
            </a:r>
            <a:r>
              <a:rPr sz="1200">
                <a:solidFill>
                  <a:schemeClr val="accent2"/>
                </a:solidFill>
                <a:sym typeface="+mn-ea"/>
              </a:rPr>
              <a:t>SHOPORDER_NO</a:t>
            </a:r>
            <a:r>
              <a:rPr lang="zh-CN" altLang="en-US" sz="1200">
                <a:solidFill>
                  <a:schemeClr val="accent2"/>
                </a:solidFill>
                <a:sym typeface="+mn-ea"/>
              </a:rPr>
              <a:t>对应</a:t>
            </a:r>
            <a:r>
              <a:rPr lang="en-US" altLang="zh-CN" sz="1200">
                <a:solidFill>
                  <a:schemeClr val="accent2"/>
                </a:solidFill>
                <a:sym typeface="+mn-ea"/>
              </a:rPr>
              <a:t>mes_config</a:t>
            </a:r>
            <a:r>
              <a:rPr lang="zh-CN" altLang="en-US" sz="1200">
                <a:solidFill>
                  <a:schemeClr val="accent2"/>
                </a:solidFill>
                <a:sym typeface="+mn-ea"/>
              </a:rPr>
              <a:t>里面的Resource</a:t>
            </a:r>
            <a:endParaRPr lang="zh-CN" altLang="en-US" sz="1200">
              <a:solidFill>
                <a:schemeClr val="accent2"/>
              </a:solidFill>
              <a:sym typeface="+mn-ea"/>
            </a:endParaRPr>
          </a:p>
          <a:p>
            <a:pPr algn="l"/>
            <a:r>
              <a:rPr lang="en-US" altLang="zh-CN" sz="1200">
                <a:solidFill>
                  <a:schemeClr val="accent2"/>
                </a:solidFill>
                <a:sym typeface="+mn-ea"/>
              </a:rPr>
              <a:t>4</a:t>
            </a:r>
            <a:r>
              <a:rPr lang="zh-CN" altLang="en-US" sz="1200">
                <a:solidFill>
                  <a:schemeClr val="accent2"/>
                </a:solidFill>
                <a:sym typeface="+mn-ea"/>
              </a:rPr>
              <a:t>、</a:t>
            </a:r>
            <a:r>
              <a:rPr sz="1200">
                <a:solidFill>
                  <a:schemeClr val="accent2"/>
                </a:solidFill>
                <a:sym typeface="+mn-ea"/>
              </a:rPr>
              <a:t>PROJECT_NAME</a:t>
            </a:r>
            <a:r>
              <a:rPr lang="zh-CN" altLang="en-US" sz="1200">
                <a:solidFill>
                  <a:schemeClr val="accent2"/>
                </a:solidFill>
                <a:sym typeface="+mn-ea"/>
              </a:rPr>
              <a:t>对应</a:t>
            </a:r>
            <a:r>
              <a:rPr lang="en-US" altLang="zh-CN" sz="1200">
                <a:solidFill>
                  <a:schemeClr val="accent2"/>
                </a:solidFill>
                <a:sym typeface="+mn-ea"/>
              </a:rPr>
              <a:t>mes_config</a:t>
            </a:r>
            <a:r>
              <a:rPr lang="zh-CN" altLang="en-US" sz="1200">
                <a:solidFill>
                  <a:schemeClr val="accent2"/>
                </a:solidFill>
                <a:sym typeface="+mn-ea"/>
              </a:rPr>
              <a:t>里面的PROJECT</a:t>
            </a:r>
            <a:endParaRPr lang="zh-CN" altLang="en-US" sz="1200">
              <a:solidFill>
                <a:schemeClr val="accent2"/>
              </a:solidFill>
              <a:sym typeface="+mn-ea"/>
            </a:endParaRPr>
          </a:p>
          <a:p>
            <a:pPr algn="l"/>
            <a:r>
              <a:rPr lang="en-US" altLang="zh-CN" sz="1200">
                <a:solidFill>
                  <a:schemeClr val="accent2"/>
                </a:solidFill>
                <a:sym typeface="+mn-ea"/>
              </a:rPr>
              <a:t>5</a:t>
            </a:r>
            <a:r>
              <a:rPr lang="zh-CN" altLang="en-US" sz="1200">
                <a:solidFill>
                  <a:schemeClr val="accent2"/>
                </a:solidFill>
                <a:sym typeface="+mn-ea"/>
              </a:rPr>
              <a:t>、</a:t>
            </a:r>
            <a:r>
              <a:rPr sz="1200">
                <a:solidFill>
                  <a:schemeClr val="accent2"/>
                </a:solidFill>
                <a:sym typeface="+mn-ea"/>
              </a:rPr>
              <a:t>TDS_NAME</a:t>
            </a:r>
            <a:r>
              <a:rPr lang="zh-CN" sz="1200">
                <a:solidFill>
                  <a:schemeClr val="accent2"/>
                </a:solidFill>
                <a:sym typeface="+mn-ea"/>
              </a:rPr>
              <a:t>固定传</a:t>
            </a:r>
            <a:r>
              <a:rPr lang="en-US" altLang="zh-CN" sz="1200">
                <a:solidFill>
                  <a:schemeClr val="accent2"/>
                </a:solidFill>
                <a:sym typeface="+mn-ea"/>
              </a:rPr>
              <a:t>LOKI</a:t>
            </a:r>
            <a:endParaRPr lang="en-US" altLang="zh-CN" sz="1200">
              <a:solidFill>
                <a:schemeClr val="accent2"/>
              </a:solidFill>
              <a:sym typeface="+mn-ea"/>
            </a:endParaRPr>
          </a:p>
          <a:p>
            <a:pPr algn="l"/>
            <a:r>
              <a:rPr lang="en-US" altLang="zh-CN" sz="1200">
                <a:solidFill>
                  <a:schemeClr val="accent2"/>
                </a:solidFill>
                <a:sym typeface="+mn-ea"/>
              </a:rPr>
              <a:t>6</a:t>
            </a:r>
            <a:r>
              <a:rPr lang="zh-CN" altLang="en-US" sz="1200">
                <a:solidFill>
                  <a:schemeClr val="accent2"/>
                </a:solidFill>
                <a:sym typeface="+mn-ea"/>
              </a:rPr>
              <a:t>、</a:t>
            </a:r>
            <a:r>
              <a:rPr sz="1200">
                <a:solidFill>
                  <a:schemeClr val="accent2"/>
                </a:solidFill>
                <a:sym typeface="+mn-ea"/>
              </a:rPr>
              <a:t>STATION_ID</a:t>
            </a:r>
            <a:r>
              <a:rPr lang="zh-CN" altLang="en-US" sz="1200">
                <a:solidFill>
                  <a:schemeClr val="accent2"/>
                </a:solidFill>
                <a:sym typeface="+mn-ea"/>
              </a:rPr>
              <a:t>对应</a:t>
            </a:r>
            <a:r>
              <a:rPr lang="en-US" altLang="zh-CN" sz="1200">
                <a:solidFill>
                  <a:schemeClr val="accent2"/>
                </a:solidFill>
                <a:sym typeface="+mn-ea"/>
              </a:rPr>
              <a:t>mes_config</a:t>
            </a:r>
            <a:r>
              <a:rPr lang="zh-CN" altLang="en-US" sz="1200">
                <a:solidFill>
                  <a:schemeClr val="accent2"/>
                </a:solidFill>
                <a:sym typeface="+mn-ea"/>
              </a:rPr>
              <a:t>里面的</a:t>
            </a:r>
            <a:r>
              <a:rPr lang="en-US" sz="1200">
                <a:solidFill>
                  <a:schemeClr val="accent2"/>
                </a:solidFill>
                <a:sym typeface="+mn-ea"/>
              </a:rPr>
              <a:t>StationID</a:t>
            </a:r>
            <a:endParaRPr lang="en-US" sz="1200">
              <a:solidFill>
                <a:schemeClr val="accent2"/>
              </a:solidFill>
              <a:sym typeface="+mn-ea"/>
            </a:endParaRPr>
          </a:p>
          <a:p>
            <a:pPr algn="l"/>
            <a:r>
              <a:rPr lang="en-US" sz="1200">
                <a:solidFill>
                  <a:schemeClr val="accent2"/>
                </a:solidFill>
                <a:sym typeface="+mn-ea"/>
              </a:rPr>
              <a:t>7</a:t>
            </a:r>
            <a:r>
              <a:rPr lang="zh-CN" altLang="en-US" sz="1200">
                <a:solidFill>
                  <a:schemeClr val="accent2"/>
                </a:solidFill>
                <a:sym typeface="+mn-ea"/>
              </a:rPr>
              <a:t>、</a:t>
            </a:r>
            <a:r>
              <a:rPr sz="1200">
                <a:solidFill>
                  <a:schemeClr val="accent2"/>
                </a:solidFill>
                <a:sym typeface="+mn-ea"/>
              </a:rPr>
              <a:t>LINE_NO</a:t>
            </a:r>
            <a:r>
              <a:rPr lang="zh-CN" altLang="en-US" sz="1200">
                <a:solidFill>
                  <a:schemeClr val="accent2"/>
                </a:solidFill>
                <a:sym typeface="+mn-ea"/>
              </a:rPr>
              <a:t>对应</a:t>
            </a:r>
            <a:r>
              <a:rPr lang="en-US" altLang="zh-CN" sz="1200">
                <a:solidFill>
                  <a:schemeClr val="accent2"/>
                </a:solidFill>
                <a:sym typeface="+mn-ea"/>
              </a:rPr>
              <a:t>mes_config</a:t>
            </a:r>
            <a:r>
              <a:rPr lang="zh-CN" altLang="en-US" sz="1200">
                <a:solidFill>
                  <a:schemeClr val="accent2"/>
                </a:solidFill>
                <a:sym typeface="+mn-ea"/>
              </a:rPr>
              <a:t>里面的Line</a:t>
            </a:r>
            <a:endParaRPr lang="zh-CN" altLang="en-US" sz="1200">
              <a:solidFill>
                <a:schemeClr val="accent2"/>
              </a:solidFill>
              <a:sym typeface="+mn-ea"/>
            </a:endParaRPr>
          </a:p>
          <a:p>
            <a:pPr algn="l"/>
            <a:r>
              <a:rPr lang="en-US" altLang="zh-CN" sz="1200">
                <a:solidFill>
                  <a:schemeClr val="accent2"/>
                </a:solidFill>
                <a:sym typeface="+mn-ea"/>
              </a:rPr>
              <a:t>8</a:t>
            </a:r>
            <a:r>
              <a:rPr lang="zh-CN" altLang="en-US" sz="1200">
                <a:solidFill>
                  <a:schemeClr val="accent2"/>
                </a:solidFill>
                <a:sym typeface="+mn-ea"/>
              </a:rPr>
              <a:t>、</a:t>
            </a:r>
            <a:r>
              <a:rPr sz="1200">
                <a:solidFill>
                  <a:schemeClr val="accent2"/>
                </a:solidFill>
                <a:sym typeface="+mn-ea"/>
              </a:rPr>
              <a:t>TEST_STATION</a:t>
            </a:r>
            <a:r>
              <a:rPr lang="zh-CN" altLang="en-US" sz="1200">
                <a:solidFill>
                  <a:schemeClr val="accent2"/>
                </a:solidFill>
                <a:sym typeface="+mn-ea"/>
              </a:rPr>
              <a:t>对应</a:t>
            </a:r>
            <a:r>
              <a:rPr lang="en-US" altLang="zh-CN" sz="1200">
                <a:solidFill>
                  <a:schemeClr val="accent2"/>
                </a:solidFill>
                <a:sym typeface="+mn-ea"/>
              </a:rPr>
              <a:t>mes_config</a:t>
            </a:r>
            <a:r>
              <a:rPr lang="zh-CN" altLang="en-US" sz="1200">
                <a:solidFill>
                  <a:schemeClr val="accent2"/>
                </a:solidFill>
                <a:sym typeface="+mn-ea"/>
              </a:rPr>
              <a:t>里面的Operation</a:t>
            </a:r>
            <a:endParaRPr lang="zh-CN" altLang="en-US" sz="1200">
              <a:solidFill>
                <a:schemeClr val="accent2"/>
              </a:solidFill>
              <a:sym typeface="+mn-ea"/>
            </a:endParaRPr>
          </a:p>
          <a:p>
            <a:pPr algn="l"/>
            <a:r>
              <a:rPr lang="en-US" altLang="zh-CN" sz="1200">
                <a:solidFill>
                  <a:schemeClr val="accent2"/>
                </a:solidFill>
                <a:sym typeface="+mn-ea"/>
              </a:rPr>
              <a:t>9</a:t>
            </a:r>
            <a:r>
              <a:rPr lang="zh-CN" altLang="en-US" sz="1200">
                <a:solidFill>
                  <a:schemeClr val="accent2"/>
                </a:solidFill>
                <a:sym typeface="+mn-ea"/>
              </a:rPr>
              <a:t>、</a:t>
            </a:r>
            <a:r>
              <a:rPr sz="1200">
                <a:solidFill>
                  <a:schemeClr val="accent2"/>
                </a:solidFill>
                <a:sym typeface="+mn-ea"/>
              </a:rPr>
              <a:t>FIXTURE_NO</a:t>
            </a:r>
            <a:r>
              <a:rPr lang="zh-CN" altLang="en-US" sz="1200">
                <a:solidFill>
                  <a:schemeClr val="accent2"/>
                </a:solidFill>
                <a:sym typeface="+mn-ea"/>
              </a:rPr>
              <a:t>对应</a:t>
            </a:r>
            <a:r>
              <a:rPr lang="en-US" altLang="zh-CN" sz="1200">
                <a:solidFill>
                  <a:schemeClr val="accent2"/>
                </a:solidFill>
                <a:sym typeface="+mn-ea"/>
              </a:rPr>
              <a:t>mes_config</a:t>
            </a:r>
            <a:r>
              <a:rPr lang="zh-CN" altLang="en-US" sz="1200">
                <a:solidFill>
                  <a:schemeClr val="accent2"/>
                </a:solidFill>
                <a:sym typeface="+mn-ea"/>
              </a:rPr>
              <a:t>里面的</a:t>
            </a:r>
            <a:r>
              <a:rPr lang="zh-CN" altLang="en-US" sz="1200">
                <a:solidFill>
                  <a:srgbClr val="FF0000"/>
                </a:solidFill>
                <a:sym typeface="+mn-ea"/>
              </a:rPr>
              <a:t>traceStationId</a:t>
            </a:r>
            <a:endParaRPr lang="zh-CN" altLang="en-US" sz="1200">
              <a:solidFill>
                <a:srgbClr val="FF0000"/>
              </a:solidFill>
              <a:sym typeface="+mn-ea"/>
            </a:endParaRPr>
          </a:p>
          <a:p>
            <a:pPr algn="l"/>
            <a:r>
              <a:rPr lang="zh-CN" altLang="en-US" sz="1200">
                <a:solidFill>
                  <a:srgbClr val="FF0000"/>
                </a:solidFill>
                <a:sym typeface="+mn-ea"/>
              </a:rPr>
              <a:t>压合时间、压合温度不是固定值，分别为</a:t>
            </a:r>
            <a:r>
              <a:rPr lang="en-US" altLang="zh-CN" sz="1200">
                <a:sym typeface="+mn-ea"/>
              </a:rPr>
              <a:t>D3105</a:t>
            </a:r>
            <a:r>
              <a:rPr lang="zh-CN" altLang="en-US" sz="1200">
                <a:sym typeface="+mn-ea"/>
              </a:rPr>
              <a:t>和</a:t>
            </a:r>
            <a:r>
              <a:rPr lang="en-US" altLang="zh-CN" sz="1200">
                <a:sym typeface="+mn-ea"/>
              </a:rPr>
              <a:t>D3107</a:t>
            </a:r>
            <a:r>
              <a:rPr lang="zh-CN" altLang="en-US" sz="1200">
                <a:sym typeface="+mn-ea"/>
              </a:rPr>
              <a:t>的</a:t>
            </a:r>
            <a:r>
              <a:rPr lang="zh-CN" altLang="en-US" sz="1200">
                <a:sym typeface="+mn-ea"/>
              </a:rPr>
              <a:t>值</a:t>
            </a:r>
            <a:endParaRPr lang="zh-CN" altLang="en-US" sz="1200"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07340" y="4819650"/>
            <a:ext cx="677545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1200">
                <a:solidFill>
                  <a:schemeClr val="accent2"/>
                </a:solidFill>
              </a:rPr>
              <a:t>PASS</a:t>
            </a:r>
            <a:r>
              <a:rPr lang="zh-CN" altLang="en-US" sz="1200">
                <a:solidFill>
                  <a:schemeClr val="accent2"/>
                </a:solidFill>
              </a:rPr>
              <a:t>返回</a:t>
            </a:r>
            <a:r>
              <a:rPr lang="en-US" altLang="zh-CN" sz="1200">
                <a:solidFill>
                  <a:schemeClr val="accent2"/>
                </a:solidFill>
              </a:rPr>
              <a:t>:</a:t>
            </a:r>
            <a:endParaRPr lang="en-US" altLang="zh-CN" sz="1200">
              <a:solidFill>
                <a:schemeClr val="accent2"/>
              </a:solidFill>
            </a:endParaRPr>
          </a:p>
          <a:p>
            <a:r>
              <a:rPr lang="zh-CN" altLang="en-US" sz="1200"/>
              <a:t>{"RESULT":"PASS",</a:t>
            </a:r>
            <a:r>
              <a:rPr lang="zh-CN" altLang="en-US" sz="1200">
                <a:solidFill>
                  <a:schemeClr val="accent2"/>
                </a:solidFill>
              </a:rPr>
              <a:t>"MESSAGE":"PASS","SERVICE_RUNTIME":10,"IP_ADDRESS":"10.76.78.174","TIME":"2023-10-25 14:39:26.646","SERVER_IP":"10.6.79.214"}</a:t>
            </a:r>
            <a:endParaRPr lang="zh-CN" altLang="en-US" sz="1200">
              <a:solidFill>
                <a:schemeClr val="accent2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307340" y="5688330"/>
            <a:ext cx="6889750" cy="10147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1200">
                <a:solidFill>
                  <a:schemeClr val="accent2"/>
                </a:solidFill>
              </a:rPr>
              <a:t>FAIL</a:t>
            </a:r>
            <a:r>
              <a:rPr lang="zh-CN" altLang="en-US" sz="1200">
                <a:solidFill>
                  <a:schemeClr val="accent2"/>
                </a:solidFill>
              </a:rPr>
              <a:t>返回</a:t>
            </a:r>
            <a:r>
              <a:rPr lang="en-US" altLang="zh-CN" sz="1200">
                <a:solidFill>
                  <a:schemeClr val="accent2"/>
                </a:solidFill>
              </a:rPr>
              <a:t>:</a:t>
            </a:r>
            <a:endParaRPr lang="en-US" altLang="zh-CN" sz="1200">
              <a:solidFill>
                <a:schemeClr val="accent2"/>
              </a:solidFill>
            </a:endParaRPr>
          </a:p>
          <a:p>
            <a:r>
              <a:rPr lang="zh-CN" altLang="en-US" sz="1200">
                <a:solidFill>
                  <a:schemeClr val="accent2"/>
                </a:solidFill>
              </a:rPr>
              <a:t>{"</a:t>
            </a:r>
            <a:r>
              <a:rPr lang="zh-CN" altLang="en-US" sz="1200">
                <a:solidFill>
                  <a:schemeClr val="accent1"/>
                </a:solidFill>
              </a:rPr>
              <a:t>RESULT":"FAIL</a:t>
            </a:r>
            <a:r>
              <a:rPr lang="zh-CN" altLang="en-US" sz="1200">
                <a:solidFill>
                  <a:schemeClr val="accent2"/>
                </a:solidFill>
              </a:rPr>
              <a:t>","</a:t>
            </a:r>
            <a:r>
              <a:rPr lang="zh-CN" altLang="en-US" sz="1200">
                <a:solidFill>
                  <a:schemeClr val="accent1"/>
                </a:solidFill>
              </a:rPr>
              <a:t>MESSAGE":"登录超时,请重新登录! </a:t>
            </a:r>
            <a:r>
              <a:rPr lang="zh-CN" altLang="en-US" sz="1200">
                <a:solidFill>
                  <a:schemeClr val="accent2"/>
                </a:solidFill>
              </a:rPr>
              <a:t>10.6.79.38:80","CODE":1,"SERVICE_RUNTIME":1,"IP_ADDRESS":"10.76.78.174","TIME":"2023-10-25 15:33:42.657","SERVER_IP":"10.6.79.38"}</a:t>
            </a:r>
            <a:endParaRPr lang="zh-CN" altLang="en-US" sz="1200">
              <a:solidFill>
                <a:schemeClr val="accent2"/>
              </a:solidFill>
            </a:endParaRPr>
          </a:p>
          <a:p>
            <a:r>
              <a:rPr lang="en-US" altLang="zh-CN" sz="1200">
                <a:solidFill>
                  <a:schemeClr val="accent2"/>
                </a:solidFill>
                <a:sym typeface="+mn-ea"/>
              </a:rPr>
              <a:t>FAIL</a:t>
            </a:r>
            <a:r>
              <a:rPr lang="zh-CN" altLang="en-US" sz="1200">
                <a:solidFill>
                  <a:schemeClr val="accent2"/>
                </a:solidFill>
                <a:sym typeface="+mn-ea"/>
              </a:rPr>
              <a:t>返回要把"MESSAGE"内容显示到软件</a:t>
            </a:r>
            <a:r>
              <a:rPr lang="zh-CN" altLang="en-US" sz="1200">
                <a:solidFill>
                  <a:schemeClr val="accent2"/>
                </a:solidFill>
                <a:sym typeface="+mn-ea"/>
              </a:rPr>
              <a:t>界面</a:t>
            </a:r>
            <a:endParaRPr lang="zh-CN" altLang="en-US" sz="1200">
              <a:solidFill>
                <a:schemeClr val="accent2"/>
              </a:solidFill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31800" y="836930"/>
            <a:ext cx="11459210" cy="11684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sz="1400">
                <a:solidFill>
                  <a:schemeClr val="accent2"/>
                </a:solidFill>
              </a:rPr>
              <a:t>http://10.6.78.14/Service.action?method=TestDataCollect2MainChild&amp;param={LOGIN_ID:5550466,CLIENT_ID:1,SN:HGVHRG000000001JT4,PRODUCT_NAME:A613-40153,SHOPORDER_NO:PHA25034_包装_0001JT4_P1,PROJECT_NAME:PHA25034,TDS_NAME:LOKI,STARTIME:'2026-03-0</a:t>
            </a:r>
            <a:r>
              <a:rPr lang="en-US" sz="1400">
                <a:solidFill>
                  <a:schemeClr val="accent2"/>
                </a:solidFill>
              </a:rPr>
              <a:t>8</a:t>
            </a:r>
            <a:r>
              <a:rPr sz="1400">
                <a:solidFill>
                  <a:schemeClr val="accent2"/>
                </a:solidFill>
              </a:rPr>
              <a:t> </a:t>
            </a:r>
            <a:r>
              <a:rPr lang="en-US" sz="1400">
                <a:solidFill>
                  <a:schemeClr val="accent2"/>
                </a:solidFill>
              </a:rPr>
              <a:t>10</a:t>
            </a:r>
            <a:r>
              <a:rPr sz="1400">
                <a:solidFill>
                  <a:schemeClr val="accent2"/>
                </a:solidFill>
              </a:rPr>
              <a:t>:21:36',STATION_ID:13547,LINE_NO:F2-1F-Assy-A1,TEST_STATION:磁铁组装,FIXTURE_NO:BYHZ_F5-1F-Assy-B_03_spring-finger-assy,TEST_RESULT:PASS,TEST_DATA_LIST:[</a:t>
            </a:r>
            <a:r>
              <a:rPr sz="1400">
                <a:solidFill>
                  <a:schemeClr val="accent2"/>
                </a:solidFill>
                <a:sym typeface="+mn-ea"/>
              </a:rPr>
              <a:t>{NAME:</a:t>
            </a:r>
            <a:r>
              <a:rPr lang="zh-CN" sz="1400">
                <a:solidFill>
                  <a:schemeClr val="accent2"/>
                </a:solidFill>
                <a:sym typeface="+mn-ea"/>
              </a:rPr>
              <a:t>压合时间</a:t>
            </a:r>
            <a:r>
              <a:rPr sz="1400">
                <a:solidFill>
                  <a:schemeClr val="accent2"/>
                </a:solidFill>
                <a:sym typeface="+mn-ea"/>
              </a:rPr>
              <a:t>,VALUE:"2</a:t>
            </a:r>
            <a:r>
              <a:rPr lang="en-US" sz="1400">
                <a:solidFill>
                  <a:schemeClr val="accent2"/>
                </a:solidFill>
                <a:sym typeface="+mn-ea"/>
              </a:rPr>
              <a:t>0</a:t>
            </a:r>
            <a:r>
              <a:rPr sz="1400">
                <a:solidFill>
                  <a:schemeClr val="accent2"/>
                </a:solidFill>
                <a:sym typeface="+mn-ea"/>
              </a:rPr>
              <a:t>"},{NAME:</a:t>
            </a:r>
            <a:r>
              <a:rPr lang="zh-CN" sz="1400">
                <a:solidFill>
                  <a:schemeClr val="accent2"/>
                </a:solidFill>
                <a:sym typeface="+mn-ea"/>
              </a:rPr>
              <a:t>压合温度</a:t>
            </a:r>
            <a:r>
              <a:rPr sz="1400">
                <a:solidFill>
                  <a:schemeClr val="accent2"/>
                </a:solidFill>
                <a:sym typeface="+mn-ea"/>
              </a:rPr>
              <a:t>,VALUE:"</a:t>
            </a:r>
            <a:r>
              <a:rPr lang="en-US" sz="1400">
                <a:solidFill>
                  <a:schemeClr val="accent2"/>
                </a:solidFill>
                <a:sym typeface="+mn-ea"/>
              </a:rPr>
              <a:t>80</a:t>
            </a:r>
            <a:r>
              <a:rPr sz="1400">
                <a:solidFill>
                  <a:schemeClr val="accent2"/>
                </a:solidFill>
                <a:sym typeface="+mn-ea"/>
              </a:rPr>
              <a:t>"}</a:t>
            </a:r>
            <a:r>
              <a:rPr sz="1400">
                <a:solidFill>
                  <a:schemeClr val="accent2"/>
                </a:solidFill>
              </a:rPr>
              <a:t>]}</a:t>
            </a:r>
            <a:endParaRPr sz="1400">
              <a:solidFill>
                <a:schemeClr val="accent2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algn="l"/>
            <a:r>
              <a:rPr lang="en-US" altLang="zh-CN" sz="2800" spc="300" dirty="0" smtClean="0">
                <a:solidFill>
                  <a:schemeClr val="accent2"/>
                </a:solidFill>
              </a:rPr>
              <a:t>Complete</a:t>
            </a:r>
            <a:r>
              <a:rPr lang="zh-CN" altLang="en-US" sz="2800" spc="300" dirty="0" smtClean="0">
                <a:solidFill>
                  <a:schemeClr val="accent2"/>
                </a:solidFill>
              </a:rPr>
              <a:t>接口</a:t>
            </a:r>
            <a:r>
              <a:rPr lang="en-US" altLang="zh-CN" spc="300" dirty="0" smtClean="0">
                <a:solidFill>
                  <a:schemeClr val="accent2"/>
                </a:solidFill>
                <a:sym typeface="+mn-ea"/>
              </a:rPr>
              <a:t>(get)</a:t>
            </a:r>
            <a:endParaRPr lang="zh-CN" altLang="en-US" sz="2800" spc="300" dirty="0" smtClean="0">
              <a:solidFill>
                <a:schemeClr val="accent2"/>
              </a:solidFill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537845" y="1223645"/>
            <a:ext cx="6794500" cy="1599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sz="1400">
                <a:solidFill>
                  <a:schemeClr val="accent2"/>
                </a:solidFill>
              </a:rPr>
              <a:t>http://10.6.78.14/Service.action?method=Complete&amp;param={</a:t>
            </a:r>
            <a:endParaRPr sz="1400">
              <a:solidFill>
                <a:schemeClr val="accent2"/>
              </a:solidFill>
            </a:endParaRPr>
          </a:p>
          <a:p>
            <a:pPr algn="l"/>
            <a:r>
              <a:rPr sz="1400">
                <a:solidFill>
                  <a:schemeClr val="accent2"/>
                </a:solidFill>
              </a:rPr>
              <a:t>	"LOGIN_ID":"2827304",</a:t>
            </a:r>
            <a:endParaRPr sz="1400">
              <a:solidFill>
                <a:schemeClr val="accent2"/>
              </a:solidFill>
            </a:endParaRPr>
          </a:p>
          <a:p>
            <a:pPr algn="l"/>
            <a:r>
              <a:rPr sz="1400">
                <a:solidFill>
                  <a:schemeClr val="accent2"/>
                </a:solidFill>
              </a:rPr>
              <a:t>	"CLIENT_ID":"1",</a:t>
            </a:r>
            <a:endParaRPr sz="1400">
              <a:solidFill>
                <a:schemeClr val="accent2"/>
              </a:solidFill>
            </a:endParaRPr>
          </a:p>
          <a:p>
            <a:pPr algn="l"/>
            <a:r>
              <a:rPr sz="1400">
                <a:solidFill>
                  <a:schemeClr val="accent2"/>
                </a:solidFill>
              </a:rPr>
              <a:t>	"SFC":"</a:t>
            </a:r>
            <a:r>
              <a:rPr sz="1400">
                <a:solidFill>
                  <a:schemeClr val="accent2"/>
                </a:solidFill>
                <a:sym typeface="+mn-ea"/>
              </a:rPr>
              <a:t>BHY0000006083613</a:t>
            </a:r>
            <a:r>
              <a:rPr sz="1400">
                <a:solidFill>
                  <a:schemeClr val="accent2"/>
                </a:solidFill>
              </a:rPr>
              <a:t>",</a:t>
            </a:r>
            <a:endParaRPr sz="1400">
              <a:solidFill>
                <a:schemeClr val="accent2"/>
              </a:solidFill>
            </a:endParaRPr>
          </a:p>
          <a:p>
            <a:pPr algn="l"/>
            <a:r>
              <a:rPr sz="1400">
                <a:solidFill>
                  <a:schemeClr val="accent2"/>
                </a:solidFill>
              </a:rPr>
              <a:t>	"SCHEDULING_ID":"</a:t>
            </a:r>
            <a:r>
              <a:rPr lang="en-US" sz="1400">
                <a:solidFill>
                  <a:schemeClr val="accent2"/>
                </a:solidFill>
              </a:rPr>
              <a:t>4385</a:t>
            </a:r>
            <a:r>
              <a:rPr sz="1400">
                <a:solidFill>
                  <a:schemeClr val="accent2"/>
                </a:solidFill>
              </a:rPr>
              <a:t>",</a:t>
            </a:r>
            <a:endParaRPr sz="1400">
              <a:solidFill>
                <a:schemeClr val="accent2"/>
              </a:solidFill>
            </a:endParaRPr>
          </a:p>
          <a:p>
            <a:pPr algn="l"/>
            <a:r>
              <a:rPr sz="1400">
                <a:solidFill>
                  <a:schemeClr val="accent2"/>
                </a:solidFill>
              </a:rPr>
              <a:t>	"STATION_ID":"</a:t>
            </a:r>
            <a:r>
              <a:rPr lang="en-US" sz="1400">
                <a:solidFill>
                  <a:schemeClr val="accent2"/>
                </a:solidFill>
              </a:rPr>
              <a:t>5921</a:t>
            </a:r>
            <a:r>
              <a:rPr sz="1400">
                <a:solidFill>
                  <a:schemeClr val="accent2"/>
                </a:solidFill>
              </a:rPr>
              <a:t>",</a:t>
            </a:r>
            <a:endParaRPr sz="1400">
              <a:solidFill>
                <a:schemeClr val="accent2"/>
              </a:solidFill>
            </a:endParaRPr>
          </a:p>
          <a:p>
            <a:pPr algn="l"/>
            <a:r>
              <a:rPr sz="1400">
                <a:solidFill>
                  <a:schemeClr val="accent2"/>
                </a:solidFill>
              </a:rPr>
              <a:t>}</a:t>
            </a:r>
            <a:endParaRPr sz="1400">
              <a:solidFill>
                <a:schemeClr val="accent2"/>
              </a:solidFill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711200" y="3079115"/>
            <a:ext cx="4707255" cy="11684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en-US" altLang="zh-CN" sz="1400">
                <a:solidFill>
                  <a:schemeClr val="accent2"/>
                </a:solidFill>
                <a:sym typeface="+mn-ea"/>
              </a:rPr>
              <a:t>1</a:t>
            </a:r>
            <a:r>
              <a:rPr lang="zh-CN" altLang="en-US" sz="1400">
                <a:solidFill>
                  <a:schemeClr val="accent2"/>
                </a:solidFill>
                <a:sym typeface="+mn-ea"/>
              </a:rPr>
              <a:t>、LOGIN_ID对应</a:t>
            </a:r>
            <a:r>
              <a:rPr lang="en-US" altLang="zh-CN" sz="1400">
                <a:solidFill>
                  <a:schemeClr val="accent2"/>
                </a:solidFill>
                <a:sym typeface="+mn-ea"/>
              </a:rPr>
              <a:t>mes_config</a:t>
            </a:r>
            <a:r>
              <a:rPr lang="zh-CN" altLang="en-US" sz="1400">
                <a:solidFill>
                  <a:schemeClr val="accent2"/>
                </a:solidFill>
                <a:sym typeface="+mn-ea"/>
              </a:rPr>
              <a:t>里面的</a:t>
            </a:r>
            <a:r>
              <a:rPr lang="en-US" altLang="zh-CN" sz="1400">
                <a:solidFill>
                  <a:schemeClr val="accent2"/>
                </a:solidFill>
                <a:sym typeface="+mn-ea"/>
              </a:rPr>
              <a:t>LoginID</a:t>
            </a:r>
            <a:endParaRPr lang="en-US" altLang="zh-CN" sz="1400">
              <a:solidFill>
                <a:schemeClr val="accent2"/>
              </a:solidFill>
              <a:sym typeface="+mn-ea"/>
            </a:endParaRPr>
          </a:p>
          <a:p>
            <a:pPr algn="l"/>
            <a:r>
              <a:rPr lang="en-US" altLang="zh-CN" sz="1400">
                <a:solidFill>
                  <a:schemeClr val="accent2"/>
                </a:solidFill>
                <a:sym typeface="+mn-ea"/>
              </a:rPr>
              <a:t>2</a:t>
            </a:r>
            <a:r>
              <a:rPr lang="zh-CN" altLang="en-US" sz="1400">
                <a:solidFill>
                  <a:schemeClr val="accent2"/>
                </a:solidFill>
                <a:sym typeface="+mn-ea"/>
              </a:rPr>
              <a:t>、CLIENT_ID对应</a:t>
            </a:r>
            <a:r>
              <a:rPr lang="en-US" altLang="zh-CN" sz="1400">
                <a:solidFill>
                  <a:schemeClr val="accent2"/>
                </a:solidFill>
                <a:sym typeface="+mn-ea"/>
              </a:rPr>
              <a:t>mes_config</a:t>
            </a:r>
            <a:r>
              <a:rPr lang="zh-CN" altLang="en-US" sz="1400">
                <a:solidFill>
                  <a:schemeClr val="accent2"/>
                </a:solidFill>
                <a:sym typeface="+mn-ea"/>
              </a:rPr>
              <a:t>里面ClientID</a:t>
            </a:r>
            <a:endParaRPr lang="zh-CN" altLang="en-US" sz="1400">
              <a:solidFill>
                <a:schemeClr val="accent2"/>
              </a:solidFill>
              <a:sym typeface="+mn-ea"/>
            </a:endParaRPr>
          </a:p>
          <a:p>
            <a:pPr algn="l"/>
            <a:r>
              <a:rPr lang="en-US" altLang="zh-CN" sz="1400">
                <a:solidFill>
                  <a:schemeClr val="accent2"/>
                </a:solidFill>
                <a:sym typeface="+mn-ea"/>
              </a:rPr>
              <a:t>3</a:t>
            </a:r>
            <a:r>
              <a:rPr lang="zh-CN" altLang="en-US" sz="1400">
                <a:solidFill>
                  <a:schemeClr val="accent2"/>
                </a:solidFill>
                <a:sym typeface="+mn-ea"/>
              </a:rPr>
              <a:t>、SFC对应</a:t>
            </a:r>
            <a:r>
              <a:rPr lang="en-US" altLang="zh-CN" sz="1400">
                <a:solidFill>
                  <a:schemeClr val="accent2"/>
                </a:solidFill>
                <a:sym typeface="+mn-ea"/>
              </a:rPr>
              <a:t>“</a:t>
            </a:r>
            <a:r>
              <a:rPr lang="zh-CN" altLang="en-US" sz="1400">
                <a:solidFill>
                  <a:schemeClr val="accent2"/>
                </a:solidFill>
                <a:sym typeface="+mn-ea"/>
              </a:rPr>
              <a:t>产品码</a:t>
            </a:r>
            <a:r>
              <a:rPr lang="en-US" altLang="zh-CN" sz="1400">
                <a:solidFill>
                  <a:schemeClr val="accent2"/>
                </a:solidFill>
                <a:sym typeface="+mn-ea"/>
              </a:rPr>
              <a:t>”</a:t>
            </a:r>
            <a:endParaRPr lang="en-US" altLang="zh-CN" sz="1400">
              <a:solidFill>
                <a:schemeClr val="accent2"/>
              </a:solidFill>
              <a:sym typeface="+mn-ea"/>
            </a:endParaRPr>
          </a:p>
          <a:p>
            <a:pPr algn="l"/>
            <a:r>
              <a:rPr lang="en-US" altLang="zh-CN" sz="1400">
                <a:solidFill>
                  <a:schemeClr val="accent2"/>
                </a:solidFill>
                <a:sym typeface="+mn-ea"/>
              </a:rPr>
              <a:t>4</a:t>
            </a:r>
            <a:r>
              <a:rPr lang="zh-CN" altLang="en-US" sz="1400">
                <a:solidFill>
                  <a:schemeClr val="accent2"/>
                </a:solidFill>
                <a:sym typeface="+mn-ea"/>
              </a:rPr>
              <a:t>、SCHEDULING_ID对应</a:t>
            </a:r>
            <a:r>
              <a:rPr lang="en-US" altLang="zh-CN" sz="1400">
                <a:solidFill>
                  <a:schemeClr val="accent2"/>
                </a:solidFill>
                <a:sym typeface="+mn-ea"/>
              </a:rPr>
              <a:t>mes_config</a:t>
            </a:r>
            <a:r>
              <a:rPr lang="zh-CN" altLang="en-US" sz="1400">
                <a:solidFill>
                  <a:schemeClr val="accent2"/>
                </a:solidFill>
                <a:sym typeface="+mn-ea"/>
              </a:rPr>
              <a:t>里面SchedulingID</a:t>
            </a:r>
            <a:endParaRPr lang="en-US" altLang="zh-CN" sz="1400">
              <a:solidFill>
                <a:schemeClr val="accent2"/>
              </a:solidFill>
              <a:sym typeface="+mn-ea"/>
            </a:endParaRPr>
          </a:p>
          <a:p>
            <a:pPr algn="l"/>
            <a:r>
              <a:rPr lang="en-US" sz="1400">
                <a:solidFill>
                  <a:schemeClr val="accent2"/>
                </a:solidFill>
                <a:sym typeface="+mn-ea"/>
              </a:rPr>
              <a:t>5</a:t>
            </a:r>
            <a:r>
              <a:rPr lang="zh-CN" altLang="en-US" sz="1400">
                <a:solidFill>
                  <a:schemeClr val="accent2"/>
                </a:solidFill>
                <a:sym typeface="+mn-ea"/>
              </a:rPr>
              <a:t>、</a:t>
            </a:r>
            <a:r>
              <a:rPr sz="1400">
                <a:solidFill>
                  <a:schemeClr val="accent2"/>
                </a:solidFill>
                <a:sym typeface="+mn-ea"/>
              </a:rPr>
              <a:t>STATION_ID</a:t>
            </a:r>
            <a:r>
              <a:rPr lang="zh-CN" altLang="en-US" sz="1400">
                <a:solidFill>
                  <a:schemeClr val="accent2"/>
                </a:solidFill>
                <a:sym typeface="+mn-ea"/>
              </a:rPr>
              <a:t>对应</a:t>
            </a:r>
            <a:r>
              <a:rPr lang="en-US" altLang="zh-CN" sz="1400">
                <a:solidFill>
                  <a:schemeClr val="accent2"/>
                </a:solidFill>
                <a:sym typeface="+mn-ea"/>
              </a:rPr>
              <a:t>mes_config</a:t>
            </a:r>
            <a:r>
              <a:rPr lang="zh-CN" altLang="en-US" sz="1400">
                <a:solidFill>
                  <a:schemeClr val="accent2"/>
                </a:solidFill>
                <a:sym typeface="+mn-ea"/>
              </a:rPr>
              <a:t>里面的StationID</a:t>
            </a:r>
            <a:endParaRPr lang="zh-CN" altLang="en-US" sz="1400">
              <a:solidFill>
                <a:schemeClr val="accent2"/>
              </a:solidFill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836295" y="4503420"/>
            <a:ext cx="5107940" cy="8299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1200">
                <a:solidFill>
                  <a:schemeClr val="accent2"/>
                </a:solidFill>
              </a:rPr>
              <a:t>PASS</a:t>
            </a:r>
            <a:r>
              <a:rPr lang="zh-CN" altLang="en-US" sz="1200">
                <a:solidFill>
                  <a:schemeClr val="accent2"/>
                </a:solidFill>
              </a:rPr>
              <a:t>返回</a:t>
            </a:r>
            <a:r>
              <a:rPr lang="en-US" altLang="zh-CN" sz="1200">
                <a:solidFill>
                  <a:schemeClr val="accent2"/>
                </a:solidFill>
              </a:rPr>
              <a:t>:</a:t>
            </a:r>
            <a:endParaRPr lang="en-US" altLang="zh-CN" sz="1200">
              <a:solidFill>
                <a:schemeClr val="accent2"/>
              </a:solidFill>
            </a:endParaRPr>
          </a:p>
          <a:p>
            <a:r>
              <a:rPr lang="zh-CN" altLang="en-US" sz="1200"/>
              <a:t>{"RESULT":"PASS",</a:t>
            </a:r>
            <a:r>
              <a:rPr lang="zh-CN" altLang="en-US" sz="1200">
                <a:solidFill>
                  <a:schemeClr val="accent2"/>
                </a:solidFill>
              </a:rPr>
              <a:t>"MESSAGE":"PASS","SERVICE_RUNTIME":10,"IP_ADDRESS":"10.76.78.174","TIME":"2023-10-25 14:39:26.646","SERVER_IP":"10.6.79.214"}</a:t>
            </a:r>
            <a:endParaRPr lang="zh-CN" altLang="en-US" sz="1200">
              <a:solidFill>
                <a:schemeClr val="accent2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895985" y="5647690"/>
            <a:ext cx="5194300" cy="10147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1200">
                <a:solidFill>
                  <a:schemeClr val="accent2"/>
                </a:solidFill>
              </a:rPr>
              <a:t>FAIL</a:t>
            </a:r>
            <a:r>
              <a:rPr lang="zh-CN" altLang="en-US" sz="1200">
                <a:solidFill>
                  <a:schemeClr val="accent2"/>
                </a:solidFill>
              </a:rPr>
              <a:t>返回</a:t>
            </a:r>
            <a:r>
              <a:rPr lang="en-US" altLang="zh-CN" sz="1200">
                <a:solidFill>
                  <a:schemeClr val="accent2"/>
                </a:solidFill>
              </a:rPr>
              <a:t>:</a:t>
            </a:r>
            <a:endParaRPr lang="en-US" altLang="zh-CN" sz="1200">
              <a:solidFill>
                <a:schemeClr val="accent2"/>
              </a:solidFill>
            </a:endParaRPr>
          </a:p>
          <a:p>
            <a:r>
              <a:rPr lang="zh-CN" altLang="en-US" sz="1200">
                <a:solidFill>
                  <a:schemeClr val="accent2"/>
                </a:solidFill>
              </a:rPr>
              <a:t>{"</a:t>
            </a:r>
            <a:r>
              <a:rPr lang="zh-CN" altLang="en-US" sz="1200">
                <a:solidFill>
                  <a:schemeClr val="accent1"/>
                </a:solidFill>
              </a:rPr>
              <a:t>RESULT":"FAIL</a:t>
            </a:r>
            <a:r>
              <a:rPr lang="zh-CN" altLang="en-US" sz="1200">
                <a:solidFill>
                  <a:schemeClr val="accent2"/>
                </a:solidFill>
              </a:rPr>
              <a:t>","</a:t>
            </a:r>
            <a:r>
              <a:rPr lang="zh-CN" altLang="en-US" sz="1200">
                <a:solidFill>
                  <a:schemeClr val="accent1"/>
                </a:solidFill>
              </a:rPr>
              <a:t>MESSAGE":"登录超时,请重新登录! </a:t>
            </a:r>
            <a:r>
              <a:rPr lang="zh-CN" altLang="en-US" sz="1200">
                <a:solidFill>
                  <a:schemeClr val="accent2"/>
                </a:solidFill>
              </a:rPr>
              <a:t>10.6.79.38:80","CODE":1,"SERVICE_RUNTIME":1,"IP_ADDRESS":"10.76.78.174","TIME":"2023-10-25 15:33:42.657","SERVER_IP":"10.6.79.38"}</a:t>
            </a:r>
            <a:endParaRPr lang="zh-CN" altLang="en-US" sz="1200">
              <a:solidFill>
                <a:schemeClr val="accent2"/>
              </a:solidFill>
            </a:endParaRPr>
          </a:p>
          <a:p>
            <a:r>
              <a:rPr lang="en-US" altLang="zh-CN" sz="1200">
                <a:solidFill>
                  <a:schemeClr val="accent2"/>
                </a:solidFill>
                <a:sym typeface="+mn-ea"/>
              </a:rPr>
              <a:t>FAIL</a:t>
            </a:r>
            <a:r>
              <a:rPr lang="zh-CN" altLang="en-US" sz="1200">
                <a:solidFill>
                  <a:schemeClr val="accent2"/>
                </a:solidFill>
                <a:sym typeface="+mn-ea"/>
              </a:rPr>
              <a:t>返回要把"MESSAGE"内容显示到软件</a:t>
            </a:r>
            <a:r>
              <a:rPr lang="zh-CN" altLang="en-US" sz="1200">
                <a:solidFill>
                  <a:schemeClr val="accent2"/>
                </a:solidFill>
                <a:sym typeface="+mn-ea"/>
              </a:rPr>
              <a:t>界面</a:t>
            </a:r>
            <a:endParaRPr lang="zh-CN" altLang="en-US" sz="1200">
              <a:solidFill>
                <a:schemeClr val="accent2"/>
              </a:solidFill>
              <a:sym typeface="+mn-ea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59345" y="1246505"/>
            <a:ext cx="3490595" cy="5208270"/>
          </a:xfrm>
          <a:prstGeom prst="rect">
            <a:avLst/>
          </a:prstGeom>
          <a:ln>
            <a:solidFill>
              <a:srgbClr val="081148"/>
            </a:solidFill>
          </a:ln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自定义 2">
      <a:dk1>
        <a:srgbClr val="E60012"/>
      </a:dk1>
      <a:lt1>
        <a:sysClr val="window" lastClr="FFFFFF"/>
      </a:lt1>
      <a:dk2>
        <a:srgbClr val="17406D"/>
      </a:dk2>
      <a:lt2>
        <a:srgbClr val="DBEFF9"/>
      </a:lt2>
      <a:accent1>
        <a:srgbClr val="E60012"/>
      </a:accent1>
      <a:accent2>
        <a:srgbClr val="262626"/>
      </a:accent2>
      <a:accent3>
        <a:srgbClr val="7F7F7F"/>
      </a:accent3>
      <a:accent4>
        <a:srgbClr val="A5A5A5"/>
      </a:accent4>
      <a:accent5>
        <a:srgbClr val="BFBFBF"/>
      </a:accent5>
      <a:accent6>
        <a:srgbClr val="D8D8D8"/>
      </a:accent6>
      <a:hlink>
        <a:srgbClr val="FFFFFF"/>
      </a:hlink>
      <a:folHlink>
        <a:srgbClr val="595959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微软雅黑"/>
        <a:ea typeface=""/>
        <a:cs typeface=""/>
        <a:font script="Jpan" typeface="游ゴシック Light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游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5032</Words>
  <Application>WPS 演示</Application>
  <PresentationFormat>宽屏</PresentationFormat>
  <Paragraphs>212</Paragraphs>
  <Slides>9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8</vt:i4>
      </vt:variant>
      <vt:variant>
        <vt:lpstr>主题</vt:lpstr>
      </vt:variant>
      <vt:variant>
        <vt:i4>3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21" baseType="lpstr">
      <vt:lpstr>Arial</vt:lpstr>
      <vt:lpstr>宋体</vt:lpstr>
      <vt:lpstr>Wingdings</vt:lpstr>
      <vt:lpstr>微软雅黑</vt:lpstr>
      <vt:lpstr>黑体</vt:lpstr>
      <vt:lpstr>Arial Unicode MS</vt:lpstr>
      <vt:lpstr>Arial Black</vt:lpstr>
      <vt:lpstr>Calibri</vt:lpstr>
      <vt:lpstr>Office 主题​​</vt:lpstr>
      <vt:lpstr>Office 主题</vt:lpstr>
      <vt:lpstr>1_Office 主题</vt:lpstr>
      <vt:lpstr>Package</vt:lpstr>
      <vt:lpstr>PowerPoint 演示文稿</vt:lpstr>
      <vt:lpstr>PowerPoint 演示文稿</vt:lpstr>
      <vt:lpstr>PowerPoint 演示文稿</vt:lpstr>
      <vt:lpstr>PowerPoint 演示文稿</vt:lpstr>
      <vt:lpstr>Start接口(get)</vt:lpstr>
      <vt:lpstr>GetSfcKey接口(get)</vt:lpstr>
      <vt:lpstr>AddSfcKey接口(get)</vt:lpstr>
      <vt:lpstr>TestDataCollect2MainChild接口(get)</vt:lpstr>
      <vt:lpstr>Complete接口(get)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hu.dajian</dc:creator>
  <cp:lastModifiedBy>1016455747</cp:lastModifiedBy>
  <cp:revision>239</cp:revision>
  <dcterms:created xsi:type="dcterms:W3CDTF">2019-09-19T02:01:00Z</dcterms:created>
  <dcterms:modified xsi:type="dcterms:W3CDTF">2026-04-02T08:19:06Z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77A49C356B4C4A35B2F277399F43ABFB</vt:lpwstr>
  </property>
</Properties>
</file>